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9EDE6C-0822-41B5-9D43-5291AFF372C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C56B2A7-018F-4836-B345-2BA0179729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E-learning = flexible, but </a:t>
          </a:r>
          <a:r>
            <a:rPr lang="en-US" b="1" i="0" baseline="0" dirty="0"/>
            <a:t>low engagement &amp; retention</a:t>
          </a:r>
          <a:endParaRPr lang="en-US" dirty="0"/>
        </a:p>
      </dgm:t>
    </dgm:pt>
    <dgm:pt modelId="{47714A7B-D00E-40DB-8AC4-9E215235A671}" type="parTrans" cxnId="{DFC5D744-6D32-44E8-8C1A-A30EC5C4138D}">
      <dgm:prSet/>
      <dgm:spPr/>
      <dgm:t>
        <a:bodyPr/>
        <a:lstStyle/>
        <a:p>
          <a:endParaRPr lang="en-US"/>
        </a:p>
      </dgm:t>
    </dgm:pt>
    <dgm:pt modelId="{3AA87CDC-1E54-457C-B5A6-6100B8B837FA}" type="sibTrans" cxnId="{DFC5D744-6D32-44E8-8C1A-A30EC5C4138D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4DB856BC-4028-465E-B648-CB8CFADBB7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Micro-skills (SQL, Excel, networking) → overlooked or outdated</a:t>
          </a:r>
          <a:endParaRPr lang="en-US" dirty="0"/>
        </a:p>
      </dgm:t>
    </dgm:pt>
    <dgm:pt modelId="{76F5D3EA-7948-4AE2-9BC1-D446BA28A35B}" type="parTrans" cxnId="{22C23B26-09E0-4DDF-987C-4333D7F77847}">
      <dgm:prSet/>
      <dgm:spPr/>
      <dgm:t>
        <a:bodyPr/>
        <a:lstStyle/>
        <a:p>
          <a:endParaRPr lang="en-US"/>
        </a:p>
      </dgm:t>
    </dgm:pt>
    <dgm:pt modelId="{DD4B9AC2-57DB-4DEB-AA15-C201604C46AB}" type="sibTrans" cxnId="{22C23B26-09E0-4DDF-987C-4333D7F77847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C275F46A-C5B3-43B1-B966-1C2553F229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Platforms often miss </a:t>
          </a:r>
          <a:r>
            <a:rPr lang="en-US" b="1" i="0" baseline="0"/>
            <a:t>gamified progression + workplace relevance</a:t>
          </a:r>
          <a:endParaRPr lang="en-US"/>
        </a:p>
      </dgm:t>
    </dgm:pt>
    <dgm:pt modelId="{E6A83CA7-35B8-4887-BA3A-22DB2F5A5A96}" type="parTrans" cxnId="{2B915247-8EE8-4A60-9349-74F53E2C2CBA}">
      <dgm:prSet/>
      <dgm:spPr/>
      <dgm:t>
        <a:bodyPr/>
        <a:lstStyle/>
        <a:p>
          <a:endParaRPr lang="en-US"/>
        </a:p>
      </dgm:t>
    </dgm:pt>
    <dgm:pt modelId="{5821633A-723E-4311-9AEC-C6F6C1FEE71A}" type="sibTrans" cxnId="{2B915247-8EE8-4A60-9349-74F53E2C2CBA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BDF62277-A3EA-4098-A7EE-9D89623A03FE}" type="pres">
      <dgm:prSet presAssocID="{B59EDE6C-0822-41B5-9D43-5291AFF372CC}" presName="Name0" presStyleCnt="0">
        <dgm:presLayoutVars>
          <dgm:animLvl val="lvl"/>
          <dgm:resizeHandles val="exact"/>
        </dgm:presLayoutVars>
      </dgm:prSet>
      <dgm:spPr/>
    </dgm:pt>
    <dgm:pt modelId="{BDDB3891-500B-41B9-BD92-90A2EE11688D}" type="pres">
      <dgm:prSet presAssocID="{EC56B2A7-018F-4836-B345-2BA017972923}" presName="compositeNode" presStyleCnt="0">
        <dgm:presLayoutVars>
          <dgm:bulletEnabled val="1"/>
        </dgm:presLayoutVars>
      </dgm:prSet>
      <dgm:spPr/>
    </dgm:pt>
    <dgm:pt modelId="{6758342F-6E56-40D7-9CDB-7658887EA4CB}" type="pres">
      <dgm:prSet presAssocID="{EC56B2A7-018F-4836-B345-2BA017972923}" presName="bgRect" presStyleLbl="alignNode1" presStyleIdx="0" presStyleCnt="3" custScaleX="103776"/>
      <dgm:spPr/>
    </dgm:pt>
    <dgm:pt modelId="{F2723989-4478-4AFE-8026-275F88DFA1C8}" type="pres">
      <dgm:prSet presAssocID="{3AA87CDC-1E54-457C-B5A6-6100B8B837FA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2409BE2-31DC-4CD7-BC02-6C97723440B9}" type="pres">
      <dgm:prSet presAssocID="{EC56B2A7-018F-4836-B345-2BA017972923}" presName="nodeRect" presStyleLbl="alignNode1" presStyleIdx="0" presStyleCnt="3">
        <dgm:presLayoutVars>
          <dgm:bulletEnabled val="1"/>
        </dgm:presLayoutVars>
      </dgm:prSet>
      <dgm:spPr/>
    </dgm:pt>
    <dgm:pt modelId="{4BE77133-7C14-4FB4-A46B-F589A783240C}" type="pres">
      <dgm:prSet presAssocID="{3AA87CDC-1E54-457C-B5A6-6100B8B837FA}" presName="sibTrans" presStyleCnt="0"/>
      <dgm:spPr/>
    </dgm:pt>
    <dgm:pt modelId="{F62481A5-CB39-4C86-BBA2-9C2B4FCE3321}" type="pres">
      <dgm:prSet presAssocID="{4DB856BC-4028-465E-B648-CB8CFADBB74F}" presName="compositeNode" presStyleCnt="0">
        <dgm:presLayoutVars>
          <dgm:bulletEnabled val="1"/>
        </dgm:presLayoutVars>
      </dgm:prSet>
      <dgm:spPr/>
    </dgm:pt>
    <dgm:pt modelId="{3C3BC8DE-8BE0-48B2-8541-8BA053C46293}" type="pres">
      <dgm:prSet presAssocID="{4DB856BC-4028-465E-B648-CB8CFADBB74F}" presName="bgRect" presStyleLbl="alignNode1" presStyleIdx="1" presStyleCnt="3" custScaleX="100591"/>
      <dgm:spPr/>
    </dgm:pt>
    <dgm:pt modelId="{EBB145AC-A2E3-4E67-B2C8-E62E992DB22F}" type="pres">
      <dgm:prSet presAssocID="{DD4B9AC2-57DB-4DEB-AA15-C201604C46AB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4E027C6-A004-4912-9007-C2C8D3EB232D}" type="pres">
      <dgm:prSet presAssocID="{4DB856BC-4028-465E-B648-CB8CFADBB74F}" presName="nodeRect" presStyleLbl="alignNode1" presStyleIdx="1" presStyleCnt="3">
        <dgm:presLayoutVars>
          <dgm:bulletEnabled val="1"/>
        </dgm:presLayoutVars>
      </dgm:prSet>
      <dgm:spPr/>
    </dgm:pt>
    <dgm:pt modelId="{C6F2FB23-9466-43E5-9C83-7AE202540751}" type="pres">
      <dgm:prSet presAssocID="{DD4B9AC2-57DB-4DEB-AA15-C201604C46AB}" presName="sibTrans" presStyleCnt="0"/>
      <dgm:spPr/>
    </dgm:pt>
    <dgm:pt modelId="{DEDFFE18-100A-4ADB-B7A5-558C68ABB0C9}" type="pres">
      <dgm:prSet presAssocID="{C275F46A-C5B3-43B1-B966-1C2553F229C6}" presName="compositeNode" presStyleCnt="0">
        <dgm:presLayoutVars>
          <dgm:bulletEnabled val="1"/>
        </dgm:presLayoutVars>
      </dgm:prSet>
      <dgm:spPr/>
    </dgm:pt>
    <dgm:pt modelId="{D808418A-4B47-472C-B7B4-7BEE77FB4091}" type="pres">
      <dgm:prSet presAssocID="{C275F46A-C5B3-43B1-B966-1C2553F229C6}" presName="bgRect" presStyleLbl="alignNode1" presStyleIdx="2" presStyleCnt="3"/>
      <dgm:spPr/>
    </dgm:pt>
    <dgm:pt modelId="{26C48680-FC92-470C-B9AA-E52830E2659B}" type="pres">
      <dgm:prSet presAssocID="{5821633A-723E-4311-9AEC-C6F6C1FEE71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27F134DC-B590-449E-AB22-0A7B8ECAE9AF}" type="pres">
      <dgm:prSet presAssocID="{C275F46A-C5B3-43B1-B966-1C2553F229C6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ED493503-7B16-4B42-A89A-EDD36CEECE30}" type="presOf" srcId="{4DB856BC-4028-465E-B648-CB8CFADBB74F}" destId="{3C3BC8DE-8BE0-48B2-8541-8BA053C46293}" srcOrd="0" destOrd="0" presId="urn:microsoft.com/office/officeart/2016/7/layout/LinearBlockProcessNumbered"/>
    <dgm:cxn modelId="{DF65AC0F-551E-4CC3-9651-85E291CED031}" type="presOf" srcId="{DD4B9AC2-57DB-4DEB-AA15-C201604C46AB}" destId="{EBB145AC-A2E3-4E67-B2C8-E62E992DB22F}" srcOrd="0" destOrd="0" presId="urn:microsoft.com/office/officeart/2016/7/layout/LinearBlockProcessNumbered"/>
    <dgm:cxn modelId="{22C23B26-09E0-4DDF-987C-4333D7F77847}" srcId="{B59EDE6C-0822-41B5-9D43-5291AFF372CC}" destId="{4DB856BC-4028-465E-B648-CB8CFADBB74F}" srcOrd="1" destOrd="0" parTransId="{76F5D3EA-7948-4AE2-9BC1-D446BA28A35B}" sibTransId="{DD4B9AC2-57DB-4DEB-AA15-C201604C46AB}"/>
    <dgm:cxn modelId="{35B7422A-D927-42C0-BBD5-754AD807BF83}" type="presOf" srcId="{EC56B2A7-018F-4836-B345-2BA017972923}" destId="{82409BE2-31DC-4CD7-BC02-6C97723440B9}" srcOrd="1" destOrd="0" presId="urn:microsoft.com/office/officeart/2016/7/layout/LinearBlockProcessNumbered"/>
    <dgm:cxn modelId="{EB0C0F61-CD1C-47BF-BD17-22B48F8F5B2A}" type="presOf" srcId="{C275F46A-C5B3-43B1-B966-1C2553F229C6}" destId="{D808418A-4B47-472C-B7B4-7BEE77FB4091}" srcOrd="0" destOrd="0" presId="urn:microsoft.com/office/officeart/2016/7/layout/LinearBlockProcessNumbered"/>
    <dgm:cxn modelId="{DFC5D744-6D32-44E8-8C1A-A30EC5C4138D}" srcId="{B59EDE6C-0822-41B5-9D43-5291AFF372CC}" destId="{EC56B2A7-018F-4836-B345-2BA017972923}" srcOrd="0" destOrd="0" parTransId="{47714A7B-D00E-40DB-8AC4-9E215235A671}" sibTransId="{3AA87CDC-1E54-457C-B5A6-6100B8B837FA}"/>
    <dgm:cxn modelId="{2B915247-8EE8-4A60-9349-74F53E2C2CBA}" srcId="{B59EDE6C-0822-41B5-9D43-5291AFF372CC}" destId="{C275F46A-C5B3-43B1-B966-1C2553F229C6}" srcOrd="2" destOrd="0" parTransId="{E6A83CA7-35B8-4887-BA3A-22DB2F5A5A96}" sibTransId="{5821633A-723E-4311-9AEC-C6F6C1FEE71A}"/>
    <dgm:cxn modelId="{722F0E4D-30B8-4C42-9603-8686DC51026A}" type="presOf" srcId="{4DB856BC-4028-465E-B648-CB8CFADBB74F}" destId="{94E027C6-A004-4912-9007-C2C8D3EB232D}" srcOrd="1" destOrd="0" presId="urn:microsoft.com/office/officeart/2016/7/layout/LinearBlockProcessNumbered"/>
    <dgm:cxn modelId="{24C9BA4D-0507-4EC1-A0AF-E132E8EB4FAD}" type="presOf" srcId="{3AA87CDC-1E54-457C-B5A6-6100B8B837FA}" destId="{F2723989-4478-4AFE-8026-275F88DFA1C8}" srcOrd="0" destOrd="0" presId="urn:microsoft.com/office/officeart/2016/7/layout/LinearBlockProcessNumbered"/>
    <dgm:cxn modelId="{CF60167A-9392-456F-BCF1-5F8E53862992}" type="presOf" srcId="{EC56B2A7-018F-4836-B345-2BA017972923}" destId="{6758342F-6E56-40D7-9CDB-7658887EA4CB}" srcOrd="0" destOrd="0" presId="urn:microsoft.com/office/officeart/2016/7/layout/LinearBlockProcessNumbered"/>
    <dgm:cxn modelId="{ACA28D83-0AE4-4D5C-A00A-97026BE4A6D2}" type="presOf" srcId="{B59EDE6C-0822-41B5-9D43-5291AFF372CC}" destId="{BDF62277-A3EA-4098-A7EE-9D89623A03FE}" srcOrd="0" destOrd="0" presId="urn:microsoft.com/office/officeart/2016/7/layout/LinearBlockProcessNumbered"/>
    <dgm:cxn modelId="{6E835DE7-D2F5-41C9-88F5-ACE5FCBCD54C}" type="presOf" srcId="{5821633A-723E-4311-9AEC-C6F6C1FEE71A}" destId="{26C48680-FC92-470C-B9AA-E52830E2659B}" srcOrd="0" destOrd="0" presId="urn:microsoft.com/office/officeart/2016/7/layout/LinearBlockProcessNumbered"/>
    <dgm:cxn modelId="{16A4A7F8-CCB1-4285-A29E-4E97884A6463}" type="presOf" srcId="{C275F46A-C5B3-43B1-B966-1C2553F229C6}" destId="{27F134DC-B590-449E-AB22-0A7B8ECAE9AF}" srcOrd="1" destOrd="0" presId="urn:microsoft.com/office/officeart/2016/7/layout/LinearBlockProcessNumbered"/>
    <dgm:cxn modelId="{007CF97B-A01C-47CE-9DFE-39AF6DC6CB1E}" type="presParOf" srcId="{BDF62277-A3EA-4098-A7EE-9D89623A03FE}" destId="{BDDB3891-500B-41B9-BD92-90A2EE11688D}" srcOrd="0" destOrd="0" presId="urn:microsoft.com/office/officeart/2016/7/layout/LinearBlockProcessNumbered"/>
    <dgm:cxn modelId="{6EF9AEA9-A824-4F97-ABDE-95A3DEA120F4}" type="presParOf" srcId="{BDDB3891-500B-41B9-BD92-90A2EE11688D}" destId="{6758342F-6E56-40D7-9CDB-7658887EA4CB}" srcOrd="0" destOrd="0" presId="urn:microsoft.com/office/officeart/2016/7/layout/LinearBlockProcessNumbered"/>
    <dgm:cxn modelId="{2562203D-8983-434A-BE38-3A6BAC469EBD}" type="presParOf" srcId="{BDDB3891-500B-41B9-BD92-90A2EE11688D}" destId="{F2723989-4478-4AFE-8026-275F88DFA1C8}" srcOrd="1" destOrd="0" presId="urn:microsoft.com/office/officeart/2016/7/layout/LinearBlockProcessNumbered"/>
    <dgm:cxn modelId="{83EA605F-FF45-460E-B2E6-63E31FE433B1}" type="presParOf" srcId="{BDDB3891-500B-41B9-BD92-90A2EE11688D}" destId="{82409BE2-31DC-4CD7-BC02-6C97723440B9}" srcOrd="2" destOrd="0" presId="urn:microsoft.com/office/officeart/2016/7/layout/LinearBlockProcessNumbered"/>
    <dgm:cxn modelId="{4655F864-D788-46D9-B53D-A5196373456F}" type="presParOf" srcId="{BDF62277-A3EA-4098-A7EE-9D89623A03FE}" destId="{4BE77133-7C14-4FB4-A46B-F589A783240C}" srcOrd="1" destOrd="0" presId="urn:microsoft.com/office/officeart/2016/7/layout/LinearBlockProcessNumbered"/>
    <dgm:cxn modelId="{9C2C0D3F-62EC-4684-8847-CD92630855BE}" type="presParOf" srcId="{BDF62277-A3EA-4098-A7EE-9D89623A03FE}" destId="{F62481A5-CB39-4C86-BBA2-9C2B4FCE3321}" srcOrd="2" destOrd="0" presId="urn:microsoft.com/office/officeart/2016/7/layout/LinearBlockProcessNumbered"/>
    <dgm:cxn modelId="{451EDD8A-BBF8-40B8-A977-2C52FBC26BFE}" type="presParOf" srcId="{F62481A5-CB39-4C86-BBA2-9C2B4FCE3321}" destId="{3C3BC8DE-8BE0-48B2-8541-8BA053C46293}" srcOrd="0" destOrd="0" presId="urn:microsoft.com/office/officeart/2016/7/layout/LinearBlockProcessNumbered"/>
    <dgm:cxn modelId="{FE30797F-3CD8-400C-AF44-D42E0A94C016}" type="presParOf" srcId="{F62481A5-CB39-4C86-BBA2-9C2B4FCE3321}" destId="{EBB145AC-A2E3-4E67-B2C8-E62E992DB22F}" srcOrd="1" destOrd="0" presId="urn:microsoft.com/office/officeart/2016/7/layout/LinearBlockProcessNumbered"/>
    <dgm:cxn modelId="{8195D62A-82DC-4331-983B-CE11253F0546}" type="presParOf" srcId="{F62481A5-CB39-4C86-BBA2-9C2B4FCE3321}" destId="{94E027C6-A004-4912-9007-C2C8D3EB232D}" srcOrd="2" destOrd="0" presId="urn:microsoft.com/office/officeart/2016/7/layout/LinearBlockProcessNumbered"/>
    <dgm:cxn modelId="{42DF5ED6-2056-4C86-A26C-A9FD9F4D566F}" type="presParOf" srcId="{BDF62277-A3EA-4098-A7EE-9D89623A03FE}" destId="{C6F2FB23-9466-43E5-9C83-7AE202540751}" srcOrd="3" destOrd="0" presId="urn:microsoft.com/office/officeart/2016/7/layout/LinearBlockProcessNumbered"/>
    <dgm:cxn modelId="{9D96A95D-6C02-4B2D-92E9-CB9B861472D6}" type="presParOf" srcId="{BDF62277-A3EA-4098-A7EE-9D89623A03FE}" destId="{DEDFFE18-100A-4ADB-B7A5-558C68ABB0C9}" srcOrd="4" destOrd="0" presId="urn:microsoft.com/office/officeart/2016/7/layout/LinearBlockProcessNumbered"/>
    <dgm:cxn modelId="{6CB2B3A9-ECFD-449D-B75F-6E415E82CD81}" type="presParOf" srcId="{DEDFFE18-100A-4ADB-B7A5-558C68ABB0C9}" destId="{D808418A-4B47-472C-B7B4-7BEE77FB4091}" srcOrd="0" destOrd="0" presId="urn:microsoft.com/office/officeart/2016/7/layout/LinearBlockProcessNumbered"/>
    <dgm:cxn modelId="{DFF46864-6C26-4F19-AD7F-9E803A7BAE70}" type="presParOf" srcId="{DEDFFE18-100A-4ADB-B7A5-558C68ABB0C9}" destId="{26C48680-FC92-470C-B9AA-E52830E2659B}" srcOrd="1" destOrd="0" presId="urn:microsoft.com/office/officeart/2016/7/layout/LinearBlockProcessNumbered"/>
    <dgm:cxn modelId="{DCEE99EC-423A-429E-A77A-BCAF6DDA7B14}" type="presParOf" srcId="{DEDFFE18-100A-4ADB-B7A5-558C68ABB0C9}" destId="{27F134DC-B590-449E-AB22-0A7B8ECAE9A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71BEAB-ADF8-45CF-B4F6-1280B97F59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3F6E2F5-A93A-4B4C-AEA0-69074551DFAE}">
      <dgm:prSet custT="1"/>
      <dgm:spPr/>
      <dgm:t>
        <a:bodyPr/>
        <a:lstStyle/>
        <a:p>
          <a:r>
            <a:rPr lang="en-US" sz="1800" b="0" i="0" baseline="0" dirty="0"/>
            <a:t>Web app with </a:t>
          </a:r>
          <a:r>
            <a:rPr lang="en-US" sz="1800" b="1" i="0" baseline="0" dirty="0"/>
            <a:t>gamification</a:t>
          </a:r>
          <a:r>
            <a:rPr lang="en-US" sz="1800" b="0" i="0" baseline="0" dirty="0"/>
            <a:t> (XP, badges, levels, streaks)</a:t>
          </a:r>
          <a:endParaRPr lang="en-US" sz="1800" dirty="0"/>
        </a:p>
      </dgm:t>
    </dgm:pt>
    <dgm:pt modelId="{A31B121B-9478-4085-8171-53A6C56886DB}" type="parTrans" cxnId="{8AAD24DA-2E2D-46C8-BB3F-C63F95571243}">
      <dgm:prSet/>
      <dgm:spPr/>
      <dgm:t>
        <a:bodyPr/>
        <a:lstStyle/>
        <a:p>
          <a:endParaRPr lang="en-US"/>
        </a:p>
      </dgm:t>
    </dgm:pt>
    <dgm:pt modelId="{B05F32F9-72E7-44DA-AF0A-CC5000817BBB}" type="sibTrans" cxnId="{8AAD24DA-2E2D-46C8-BB3F-C63F95571243}">
      <dgm:prSet/>
      <dgm:spPr/>
      <dgm:t>
        <a:bodyPr/>
        <a:lstStyle/>
        <a:p>
          <a:endParaRPr lang="en-US"/>
        </a:p>
      </dgm:t>
    </dgm:pt>
    <dgm:pt modelId="{DA12275D-0612-4769-9206-6C0693A64222}">
      <dgm:prSet custT="1"/>
      <dgm:spPr/>
      <dgm:t>
        <a:bodyPr/>
        <a:lstStyle/>
        <a:p>
          <a:r>
            <a:rPr lang="en-US" sz="1800" b="1" i="0" baseline="0" dirty="0"/>
            <a:t>Bite-sized technical skills</a:t>
          </a:r>
          <a:r>
            <a:rPr lang="en-US" sz="1800" b="0" i="0" baseline="0" dirty="0"/>
            <a:t> (SQL basics, Excel formulas, cybersecurity)</a:t>
          </a:r>
          <a:endParaRPr lang="en-US" sz="1800" dirty="0"/>
        </a:p>
      </dgm:t>
    </dgm:pt>
    <dgm:pt modelId="{04410A13-C6AB-414C-95D6-333FCF841F66}" type="parTrans" cxnId="{D6405BB3-AA59-4B0A-A8E5-D23B2D2314D4}">
      <dgm:prSet/>
      <dgm:spPr/>
      <dgm:t>
        <a:bodyPr/>
        <a:lstStyle/>
        <a:p>
          <a:endParaRPr lang="en-US"/>
        </a:p>
      </dgm:t>
    </dgm:pt>
    <dgm:pt modelId="{CE53B091-D6E7-487E-80B9-465874267152}" type="sibTrans" cxnId="{D6405BB3-AA59-4B0A-A8E5-D23B2D2314D4}">
      <dgm:prSet/>
      <dgm:spPr/>
      <dgm:t>
        <a:bodyPr/>
        <a:lstStyle/>
        <a:p>
          <a:endParaRPr lang="en-US"/>
        </a:p>
      </dgm:t>
    </dgm:pt>
    <dgm:pt modelId="{3E218583-23C9-48FE-AE86-AD54FBEBC2ED}">
      <dgm:prSet custT="1"/>
      <dgm:spPr/>
      <dgm:t>
        <a:bodyPr/>
        <a:lstStyle/>
        <a:p>
          <a:r>
            <a:rPr lang="en-US" sz="2000" b="1" i="0" baseline="0" dirty="0"/>
            <a:t>Animations &amp; sound</a:t>
          </a:r>
          <a:r>
            <a:rPr lang="en-US" sz="2000" b="0" i="0" baseline="0" dirty="0"/>
            <a:t> → engaging learning experience</a:t>
          </a:r>
          <a:endParaRPr lang="en-US" sz="2000" dirty="0"/>
        </a:p>
      </dgm:t>
    </dgm:pt>
    <dgm:pt modelId="{A86DF780-E30B-4AEB-8101-73F75CC3C960}" type="parTrans" cxnId="{D40C0772-75FC-4988-8F62-C1A4B243588E}">
      <dgm:prSet/>
      <dgm:spPr/>
      <dgm:t>
        <a:bodyPr/>
        <a:lstStyle/>
        <a:p>
          <a:endParaRPr lang="en-US"/>
        </a:p>
      </dgm:t>
    </dgm:pt>
    <dgm:pt modelId="{03825FBA-8EE1-4CCF-B516-5B5831F38434}" type="sibTrans" cxnId="{D40C0772-75FC-4988-8F62-C1A4B243588E}">
      <dgm:prSet/>
      <dgm:spPr/>
      <dgm:t>
        <a:bodyPr/>
        <a:lstStyle/>
        <a:p>
          <a:endParaRPr lang="en-US"/>
        </a:p>
      </dgm:t>
    </dgm:pt>
    <dgm:pt modelId="{C433377D-67DA-4848-9882-7C67F275C737}">
      <dgm:prSet custT="1"/>
      <dgm:spPr/>
      <dgm:t>
        <a:bodyPr/>
        <a:lstStyle/>
        <a:p>
          <a:r>
            <a:rPr lang="en-US" sz="2000" b="1" i="0" baseline="0" dirty="0"/>
            <a:t>Modular system</a:t>
          </a:r>
          <a:r>
            <a:rPr lang="en-US" sz="2000" b="0" i="0" baseline="0" dirty="0"/>
            <a:t> → easy to expand</a:t>
          </a:r>
          <a:endParaRPr lang="en-US" sz="2000" dirty="0"/>
        </a:p>
      </dgm:t>
    </dgm:pt>
    <dgm:pt modelId="{DCDC55A1-A820-46C4-8E47-53014EE44073}" type="parTrans" cxnId="{46E170AA-F501-453A-8B52-3783342EF976}">
      <dgm:prSet/>
      <dgm:spPr/>
      <dgm:t>
        <a:bodyPr/>
        <a:lstStyle/>
        <a:p>
          <a:endParaRPr lang="en-US"/>
        </a:p>
      </dgm:t>
    </dgm:pt>
    <dgm:pt modelId="{4DC78A47-207B-4D92-A413-991BE247670D}" type="sibTrans" cxnId="{46E170AA-F501-453A-8B52-3783342EF976}">
      <dgm:prSet/>
      <dgm:spPr/>
      <dgm:t>
        <a:bodyPr/>
        <a:lstStyle/>
        <a:p>
          <a:endParaRPr lang="en-US"/>
        </a:p>
      </dgm:t>
    </dgm:pt>
    <dgm:pt modelId="{6BB46AA5-DFE7-49DD-B6C9-16E10E74E986}" type="pres">
      <dgm:prSet presAssocID="{CD71BEAB-ADF8-45CF-B4F6-1280B97F596A}" presName="root" presStyleCnt="0">
        <dgm:presLayoutVars>
          <dgm:dir/>
          <dgm:resizeHandles val="exact"/>
        </dgm:presLayoutVars>
      </dgm:prSet>
      <dgm:spPr/>
    </dgm:pt>
    <dgm:pt modelId="{0DC10406-E850-49BC-BC56-6D3B2491C9E8}" type="pres">
      <dgm:prSet presAssocID="{73F6E2F5-A93A-4B4C-AEA0-69074551DFAE}" presName="compNode" presStyleCnt="0"/>
      <dgm:spPr/>
    </dgm:pt>
    <dgm:pt modelId="{AD5FC378-6BD0-4F6C-989B-CEBD31B973A7}" type="pres">
      <dgm:prSet presAssocID="{73F6E2F5-A93A-4B4C-AEA0-69074551DF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1C825D7B-842F-4D1A-BC84-9DD9CD60FC1D}" type="pres">
      <dgm:prSet presAssocID="{73F6E2F5-A93A-4B4C-AEA0-69074551DFAE}" presName="spaceRect" presStyleCnt="0"/>
      <dgm:spPr/>
    </dgm:pt>
    <dgm:pt modelId="{278736FE-069B-4FA7-8484-DDF1788F7777}" type="pres">
      <dgm:prSet presAssocID="{73F6E2F5-A93A-4B4C-AEA0-69074551DFAE}" presName="textRect" presStyleLbl="revTx" presStyleIdx="0" presStyleCnt="4">
        <dgm:presLayoutVars>
          <dgm:chMax val="1"/>
          <dgm:chPref val="1"/>
        </dgm:presLayoutVars>
      </dgm:prSet>
      <dgm:spPr/>
    </dgm:pt>
    <dgm:pt modelId="{9AB1C35F-2A89-42EA-AD45-3EA2760A8FDE}" type="pres">
      <dgm:prSet presAssocID="{B05F32F9-72E7-44DA-AF0A-CC5000817BBB}" presName="sibTrans" presStyleCnt="0"/>
      <dgm:spPr/>
    </dgm:pt>
    <dgm:pt modelId="{8318FB04-AB3C-45CB-8248-EC5A787F4FDA}" type="pres">
      <dgm:prSet presAssocID="{DA12275D-0612-4769-9206-6C0693A64222}" presName="compNode" presStyleCnt="0"/>
      <dgm:spPr/>
    </dgm:pt>
    <dgm:pt modelId="{4E71611F-4FBF-46E3-AF7E-413342B82499}" type="pres">
      <dgm:prSet presAssocID="{DA12275D-0612-4769-9206-6C0693A6422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271A529-2D64-48C2-93ED-84078CFEDC3B}" type="pres">
      <dgm:prSet presAssocID="{DA12275D-0612-4769-9206-6C0693A64222}" presName="spaceRect" presStyleCnt="0"/>
      <dgm:spPr/>
    </dgm:pt>
    <dgm:pt modelId="{F985ADB5-7F63-4806-9790-22816DE06B1F}" type="pres">
      <dgm:prSet presAssocID="{DA12275D-0612-4769-9206-6C0693A64222}" presName="textRect" presStyleLbl="revTx" presStyleIdx="1" presStyleCnt="4">
        <dgm:presLayoutVars>
          <dgm:chMax val="1"/>
          <dgm:chPref val="1"/>
        </dgm:presLayoutVars>
      </dgm:prSet>
      <dgm:spPr/>
    </dgm:pt>
    <dgm:pt modelId="{595A12A9-8912-4B48-BE35-9D9F544520AC}" type="pres">
      <dgm:prSet presAssocID="{CE53B091-D6E7-487E-80B9-465874267152}" presName="sibTrans" presStyleCnt="0"/>
      <dgm:spPr/>
    </dgm:pt>
    <dgm:pt modelId="{8962AF9C-01B1-469F-910B-614883FE958C}" type="pres">
      <dgm:prSet presAssocID="{3E218583-23C9-48FE-AE86-AD54FBEBC2ED}" presName="compNode" presStyleCnt="0"/>
      <dgm:spPr/>
    </dgm:pt>
    <dgm:pt modelId="{CB881AC3-105B-4968-B15B-E4BCA0D4A02B}" type="pres">
      <dgm:prSet presAssocID="{3E218583-23C9-48FE-AE86-AD54FBEBC2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393DFD35-3229-494D-867D-07107E24A9FE}" type="pres">
      <dgm:prSet presAssocID="{3E218583-23C9-48FE-AE86-AD54FBEBC2ED}" presName="spaceRect" presStyleCnt="0"/>
      <dgm:spPr/>
    </dgm:pt>
    <dgm:pt modelId="{82FF2C3C-E3FC-4618-9628-BEDB0586F5BC}" type="pres">
      <dgm:prSet presAssocID="{3E218583-23C9-48FE-AE86-AD54FBEBC2ED}" presName="textRect" presStyleLbl="revTx" presStyleIdx="2" presStyleCnt="4">
        <dgm:presLayoutVars>
          <dgm:chMax val="1"/>
          <dgm:chPref val="1"/>
        </dgm:presLayoutVars>
      </dgm:prSet>
      <dgm:spPr/>
    </dgm:pt>
    <dgm:pt modelId="{97BDDD9E-F695-48B5-B458-9FE2E45E027B}" type="pres">
      <dgm:prSet presAssocID="{03825FBA-8EE1-4CCF-B516-5B5831F38434}" presName="sibTrans" presStyleCnt="0"/>
      <dgm:spPr/>
    </dgm:pt>
    <dgm:pt modelId="{E7FDC322-38D4-492D-A1EC-A973B4DE98C5}" type="pres">
      <dgm:prSet presAssocID="{C433377D-67DA-4848-9882-7C67F275C737}" presName="compNode" presStyleCnt="0"/>
      <dgm:spPr/>
    </dgm:pt>
    <dgm:pt modelId="{AA03FE0C-3170-4B01-A9AE-7F76A1BFA439}" type="pres">
      <dgm:prSet presAssocID="{C433377D-67DA-4848-9882-7C67F275C73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01ED013-B7F1-4CE9-9D5D-184DBC05BD0B}" type="pres">
      <dgm:prSet presAssocID="{C433377D-67DA-4848-9882-7C67F275C737}" presName="spaceRect" presStyleCnt="0"/>
      <dgm:spPr/>
    </dgm:pt>
    <dgm:pt modelId="{C047C44A-3D57-40BA-9FAB-9EDB2DCAA7FE}" type="pres">
      <dgm:prSet presAssocID="{C433377D-67DA-4848-9882-7C67F275C73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A17AA4B-35CB-4BEF-8B47-394826FF98C6}" type="presOf" srcId="{73F6E2F5-A93A-4B4C-AEA0-69074551DFAE}" destId="{278736FE-069B-4FA7-8484-DDF1788F7777}" srcOrd="0" destOrd="0" presId="urn:microsoft.com/office/officeart/2018/2/layout/IconLabelList"/>
    <dgm:cxn modelId="{D40C0772-75FC-4988-8F62-C1A4B243588E}" srcId="{CD71BEAB-ADF8-45CF-B4F6-1280B97F596A}" destId="{3E218583-23C9-48FE-AE86-AD54FBEBC2ED}" srcOrd="2" destOrd="0" parTransId="{A86DF780-E30B-4AEB-8101-73F75CC3C960}" sibTransId="{03825FBA-8EE1-4CCF-B516-5B5831F38434}"/>
    <dgm:cxn modelId="{C3C4AC7F-959E-4BF0-892D-B16ECF403903}" type="presOf" srcId="{C433377D-67DA-4848-9882-7C67F275C737}" destId="{C047C44A-3D57-40BA-9FAB-9EDB2DCAA7FE}" srcOrd="0" destOrd="0" presId="urn:microsoft.com/office/officeart/2018/2/layout/IconLabelList"/>
    <dgm:cxn modelId="{F165D4A3-AB7E-418F-8A47-63E1FC95DC76}" type="presOf" srcId="{3E218583-23C9-48FE-AE86-AD54FBEBC2ED}" destId="{82FF2C3C-E3FC-4618-9628-BEDB0586F5BC}" srcOrd="0" destOrd="0" presId="urn:microsoft.com/office/officeart/2018/2/layout/IconLabelList"/>
    <dgm:cxn modelId="{C165C5A8-770A-471C-AF48-0AA8EF7C3B1C}" type="presOf" srcId="{CD71BEAB-ADF8-45CF-B4F6-1280B97F596A}" destId="{6BB46AA5-DFE7-49DD-B6C9-16E10E74E986}" srcOrd="0" destOrd="0" presId="urn:microsoft.com/office/officeart/2018/2/layout/IconLabelList"/>
    <dgm:cxn modelId="{46E170AA-F501-453A-8B52-3783342EF976}" srcId="{CD71BEAB-ADF8-45CF-B4F6-1280B97F596A}" destId="{C433377D-67DA-4848-9882-7C67F275C737}" srcOrd="3" destOrd="0" parTransId="{DCDC55A1-A820-46C4-8E47-53014EE44073}" sibTransId="{4DC78A47-207B-4D92-A413-991BE247670D}"/>
    <dgm:cxn modelId="{D6405BB3-AA59-4B0A-A8E5-D23B2D2314D4}" srcId="{CD71BEAB-ADF8-45CF-B4F6-1280B97F596A}" destId="{DA12275D-0612-4769-9206-6C0693A64222}" srcOrd="1" destOrd="0" parTransId="{04410A13-C6AB-414C-95D6-333FCF841F66}" sibTransId="{CE53B091-D6E7-487E-80B9-465874267152}"/>
    <dgm:cxn modelId="{8B4F83BF-3052-410E-839C-DF130BA87DEE}" type="presOf" srcId="{DA12275D-0612-4769-9206-6C0693A64222}" destId="{F985ADB5-7F63-4806-9790-22816DE06B1F}" srcOrd="0" destOrd="0" presId="urn:microsoft.com/office/officeart/2018/2/layout/IconLabelList"/>
    <dgm:cxn modelId="{8AAD24DA-2E2D-46C8-BB3F-C63F95571243}" srcId="{CD71BEAB-ADF8-45CF-B4F6-1280B97F596A}" destId="{73F6E2F5-A93A-4B4C-AEA0-69074551DFAE}" srcOrd="0" destOrd="0" parTransId="{A31B121B-9478-4085-8171-53A6C56886DB}" sibTransId="{B05F32F9-72E7-44DA-AF0A-CC5000817BBB}"/>
    <dgm:cxn modelId="{A7FFC265-7AF0-4BDF-8E6F-4342E4C2D45D}" type="presParOf" srcId="{6BB46AA5-DFE7-49DD-B6C9-16E10E74E986}" destId="{0DC10406-E850-49BC-BC56-6D3B2491C9E8}" srcOrd="0" destOrd="0" presId="urn:microsoft.com/office/officeart/2018/2/layout/IconLabelList"/>
    <dgm:cxn modelId="{8A0229B5-7042-4B61-8BEB-853EC7A05626}" type="presParOf" srcId="{0DC10406-E850-49BC-BC56-6D3B2491C9E8}" destId="{AD5FC378-6BD0-4F6C-989B-CEBD31B973A7}" srcOrd="0" destOrd="0" presId="urn:microsoft.com/office/officeart/2018/2/layout/IconLabelList"/>
    <dgm:cxn modelId="{C9B87049-78C8-47C4-A06A-F74645443FF5}" type="presParOf" srcId="{0DC10406-E850-49BC-BC56-6D3B2491C9E8}" destId="{1C825D7B-842F-4D1A-BC84-9DD9CD60FC1D}" srcOrd="1" destOrd="0" presId="urn:microsoft.com/office/officeart/2018/2/layout/IconLabelList"/>
    <dgm:cxn modelId="{D8073AD2-71FB-4174-9EC6-FCA42A5C10EF}" type="presParOf" srcId="{0DC10406-E850-49BC-BC56-6D3B2491C9E8}" destId="{278736FE-069B-4FA7-8484-DDF1788F7777}" srcOrd="2" destOrd="0" presId="urn:microsoft.com/office/officeart/2018/2/layout/IconLabelList"/>
    <dgm:cxn modelId="{89C76F15-8735-44FF-B85A-219DE8517577}" type="presParOf" srcId="{6BB46AA5-DFE7-49DD-B6C9-16E10E74E986}" destId="{9AB1C35F-2A89-42EA-AD45-3EA2760A8FDE}" srcOrd="1" destOrd="0" presId="urn:microsoft.com/office/officeart/2018/2/layout/IconLabelList"/>
    <dgm:cxn modelId="{C1849959-77CB-4D38-85C8-06E3CDC1018C}" type="presParOf" srcId="{6BB46AA5-DFE7-49DD-B6C9-16E10E74E986}" destId="{8318FB04-AB3C-45CB-8248-EC5A787F4FDA}" srcOrd="2" destOrd="0" presId="urn:microsoft.com/office/officeart/2018/2/layout/IconLabelList"/>
    <dgm:cxn modelId="{B4F09CC2-5E27-4000-B89A-708701AE195C}" type="presParOf" srcId="{8318FB04-AB3C-45CB-8248-EC5A787F4FDA}" destId="{4E71611F-4FBF-46E3-AF7E-413342B82499}" srcOrd="0" destOrd="0" presId="urn:microsoft.com/office/officeart/2018/2/layout/IconLabelList"/>
    <dgm:cxn modelId="{72876BA3-3965-4878-A25A-2B081F18BF73}" type="presParOf" srcId="{8318FB04-AB3C-45CB-8248-EC5A787F4FDA}" destId="{F271A529-2D64-48C2-93ED-84078CFEDC3B}" srcOrd="1" destOrd="0" presId="urn:microsoft.com/office/officeart/2018/2/layout/IconLabelList"/>
    <dgm:cxn modelId="{EF8E6610-7562-413D-B9BE-5B20D8E9BA7B}" type="presParOf" srcId="{8318FB04-AB3C-45CB-8248-EC5A787F4FDA}" destId="{F985ADB5-7F63-4806-9790-22816DE06B1F}" srcOrd="2" destOrd="0" presId="urn:microsoft.com/office/officeart/2018/2/layout/IconLabelList"/>
    <dgm:cxn modelId="{8D602FEB-4617-4183-A096-848AEF1AE250}" type="presParOf" srcId="{6BB46AA5-DFE7-49DD-B6C9-16E10E74E986}" destId="{595A12A9-8912-4B48-BE35-9D9F544520AC}" srcOrd="3" destOrd="0" presId="urn:microsoft.com/office/officeart/2018/2/layout/IconLabelList"/>
    <dgm:cxn modelId="{A9BC0395-11D2-4D5A-B8C1-3748BD7BF90E}" type="presParOf" srcId="{6BB46AA5-DFE7-49DD-B6C9-16E10E74E986}" destId="{8962AF9C-01B1-469F-910B-614883FE958C}" srcOrd="4" destOrd="0" presId="urn:microsoft.com/office/officeart/2018/2/layout/IconLabelList"/>
    <dgm:cxn modelId="{CC1C68D5-D796-4943-8DF5-0D8CF8D9CE6C}" type="presParOf" srcId="{8962AF9C-01B1-469F-910B-614883FE958C}" destId="{CB881AC3-105B-4968-B15B-E4BCA0D4A02B}" srcOrd="0" destOrd="0" presId="urn:microsoft.com/office/officeart/2018/2/layout/IconLabelList"/>
    <dgm:cxn modelId="{3B1AD1EF-DC91-47D4-87DF-57B033BC14F9}" type="presParOf" srcId="{8962AF9C-01B1-469F-910B-614883FE958C}" destId="{393DFD35-3229-494D-867D-07107E24A9FE}" srcOrd="1" destOrd="0" presId="urn:microsoft.com/office/officeart/2018/2/layout/IconLabelList"/>
    <dgm:cxn modelId="{FFC99FD2-7E53-4CA1-90C0-52C8F5C7EBE4}" type="presParOf" srcId="{8962AF9C-01B1-469F-910B-614883FE958C}" destId="{82FF2C3C-E3FC-4618-9628-BEDB0586F5BC}" srcOrd="2" destOrd="0" presId="urn:microsoft.com/office/officeart/2018/2/layout/IconLabelList"/>
    <dgm:cxn modelId="{23B18C77-1510-4570-B770-6432648E8B79}" type="presParOf" srcId="{6BB46AA5-DFE7-49DD-B6C9-16E10E74E986}" destId="{97BDDD9E-F695-48B5-B458-9FE2E45E027B}" srcOrd="5" destOrd="0" presId="urn:microsoft.com/office/officeart/2018/2/layout/IconLabelList"/>
    <dgm:cxn modelId="{A1424D51-6C0A-43AE-A112-9CC7EFAC3848}" type="presParOf" srcId="{6BB46AA5-DFE7-49DD-B6C9-16E10E74E986}" destId="{E7FDC322-38D4-492D-A1EC-A973B4DE98C5}" srcOrd="6" destOrd="0" presId="urn:microsoft.com/office/officeart/2018/2/layout/IconLabelList"/>
    <dgm:cxn modelId="{695B1D00-CB88-4ECE-82E0-490C18E2C893}" type="presParOf" srcId="{E7FDC322-38D4-492D-A1EC-A973B4DE98C5}" destId="{AA03FE0C-3170-4B01-A9AE-7F76A1BFA439}" srcOrd="0" destOrd="0" presId="urn:microsoft.com/office/officeart/2018/2/layout/IconLabelList"/>
    <dgm:cxn modelId="{BCC215A7-CA74-4EC4-9776-1AC7C921AF65}" type="presParOf" srcId="{E7FDC322-38D4-492D-A1EC-A973B4DE98C5}" destId="{701ED013-B7F1-4CE9-9D5D-184DBC05BD0B}" srcOrd="1" destOrd="0" presId="urn:microsoft.com/office/officeart/2018/2/layout/IconLabelList"/>
    <dgm:cxn modelId="{8D77B655-4C14-424B-BB5C-400EB47585C4}" type="presParOf" srcId="{E7FDC322-38D4-492D-A1EC-A973B4DE98C5}" destId="{C047C44A-3D57-40BA-9FAB-9EDB2DCAA7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CCFE93-5568-418F-882B-3A8A49AEB4EB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EE5CE0F-D29A-4A1B-AE47-F4D13B2AEC96}">
      <dgm:prSet/>
      <dgm:spPr/>
      <dgm:t>
        <a:bodyPr/>
        <a:lstStyle/>
        <a:p>
          <a:r>
            <a:rPr lang="en-US" b="0" i="0" baseline="0" dirty="0"/>
            <a:t>Can gamification improve engagement &amp; retention?</a:t>
          </a:r>
          <a:endParaRPr lang="en-US" dirty="0"/>
        </a:p>
      </dgm:t>
    </dgm:pt>
    <dgm:pt modelId="{A69C2202-0485-4082-A712-B5E042D64DC9}" type="parTrans" cxnId="{C7DDEC3D-5A6F-40CD-BA3F-4CF128C52F1E}">
      <dgm:prSet/>
      <dgm:spPr/>
      <dgm:t>
        <a:bodyPr/>
        <a:lstStyle/>
        <a:p>
          <a:endParaRPr lang="en-US"/>
        </a:p>
      </dgm:t>
    </dgm:pt>
    <dgm:pt modelId="{2642C1D6-1630-4B16-AF6E-F5423F0A3A43}" type="sibTrans" cxnId="{C7DDEC3D-5A6F-40CD-BA3F-4CF128C52F1E}">
      <dgm:prSet/>
      <dgm:spPr/>
      <dgm:t>
        <a:bodyPr/>
        <a:lstStyle/>
        <a:p>
          <a:endParaRPr lang="en-US"/>
        </a:p>
      </dgm:t>
    </dgm:pt>
    <dgm:pt modelId="{200D5354-54C2-40BC-AC10-659B86215965}">
      <dgm:prSet/>
      <dgm:spPr/>
      <dgm:t>
        <a:bodyPr/>
        <a:lstStyle/>
        <a:p>
          <a:r>
            <a:rPr lang="en-US" b="0" i="0" baseline="0" dirty="0">
              <a:solidFill>
                <a:schemeClr val="tx1">
                  <a:lumMod val="95000"/>
                  <a:lumOff val="5000"/>
                </a:schemeClr>
              </a:solidFill>
            </a:rPr>
            <a:t>Which elements (points, badges, streaks) work best for micro-skills?</a:t>
          </a:r>
          <a:endParaRPr lang="en-US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B7FC0D0A-0A39-4AF4-99D6-C7E5AEC79299}" type="parTrans" cxnId="{D24EE504-60C4-4A33-B5DE-A4059D1631AE}">
      <dgm:prSet/>
      <dgm:spPr/>
      <dgm:t>
        <a:bodyPr/>
        <a:lstStyle/>
        <a:p>
          <a:endParaRPr lang="en-US"/>
        </a:p>
      </dgm:t>
    </dgm:pt>
    <dgm:pt modelId="{6026EFC0-9AE1-46B5-9AB9-7C3007359688}" type="sibTrans" cxnId="{D24EE504-60C4-4A33-B5DE-A4059D1631AE}">
      <dgm:prSet/>
      <dgm:spPr/>
      <dgm:t>
        <a:bodyPr/>
        <a:lstStyle/>
        <a:p>
          <a:endParaRPr lang="en-US"/>
        </a:p>
      </dgm:t>
    </dgm:pt>
    <dgm:pt modelId="{51504A92-6B54-4490-9E88-10B4E8647EDE}">
      <dgm:prSet/>
      <dgm:spPr/>
      <dgm:t>
        <a:bodyPr/>
        <a:lstStyle/>
        <a:p>
          <a:r>
            <a:rPr lang="en-US" b="0" i="0" baseline="0" dirty="0"/>
            <a:t>How effective is modular microlearning for workplace readiness?</a:t>
          </a:r>
          <a:endParaRPr lang="en-US" dirty="0"/>
        </a:p>
      </dgm:t>
    </dgm:pt>
    <dgm:pt modelId="{3E5F1F12-181B-4D46-809C-DC0DB9BE5809}" type="parTrans" cxnId="{631717E9-C670-478D-9623-80C8B0F5CD34}">
      <dgm:prSet/>
      <dgm:spPr/>
      <dgm:t>
        <a:bodyPr/>
        <a:lstStyle/>
        <a:p>
          <a:endParaRPr lang="en-US"/>
        </a:p>
      </dgm:t>
    </dgm:pt>
    <dgm:pt modelId="{F5188BCE-7EA8-4DDD-91B4-2119C8C0FF2B}" type="sibTrans" cxnId="{631717E9-C670-478D-9623-80C8B0F5CD34}">
      <dgm:prSet/>
      <dgm:spPr/>
      <dgm:t>
        <a:bodyPr/>
        <a:lstStyle/>
        <a:p>
          <a:endParaRPr lang="en-US"/>
        </a:p>
      </dgm:t>
    </dgm:pt>
    <dgm:pt modelId="{D6BD61B6-2437-43F1-83F2-0A6F6A6CC015}" type="pres">
      <dgm:prSet presAssocID="{60CCFE93-5568-418F-882B-3A8A49AEB4EB}" presName="outerComposite" presStyleCnt="0">
        <dgm:presLayoutVars>
          <dgm:chMax val="5"/>
          <dgm:dir/>
          <dgm:resizeHandles val="exact"/>
        </dgm:presLayoutVars>
      </dgm:prSet>
      <dgm:spPr/>
    </dgm:pt>
    <dgm:pt modelId="{9553CD41-17F0-4255-B244-D9DF7C3F5AD9}" type="pres">
      <dgm:prSet presAssocID="{60CCFE93-5568-418F-882B-3A8A49AEB4EB}" presName="dummyMaxCanvas" presStyleCnt="0">
        <dgm:presLayoutVars/>
      </dgm:prSet>
      <dgm:spPr/>
    </dgm:pt>
    <dgm:pt modelId="{F30B561A-D2F6-4F1D-ADB4-9CFFF0559359}" type="pres">
      <dgm:prSet presAssocID="{60CCFE93-5568-418F-882B-3A8A49AEB4EB}" presName="ThreeNodes_1" presStyleLbl="node1" presStyleIdx="0" presStyleCnt="3">
        <dgm:presLayoutVars>
          <dgm:bulletEnabled val="1"/>
        </dgm:presLayoutVars>
      </dgm:prSet>
      <dgm:spPr/>
    </dgm:pt>
    <dgm:pt modelId="{EB91CA90-D7E3-442A-AB3E-F4C972A8CF2F}" type="pres">
      <dgm:prSet presAssocID="{60CCFE93-5568-418F-882B-3A8A49AEB4EB}" presName="ThreeNodes_2" presStyleLbl="node1" presStyleIdx="1" presStyleCnt="3">
        <dgm:presLayoutVars>
          <dgm:bulletEnabled val="1"/>
        </dgm:presLayoutVars>
      </dgm:prSet>
      <dgm:spPr/>
    </dgm:pt>
    <dgm:pt modelId="{8BAF32E7-6A3E-4F4C-A156-7B28F1D7188E}" type="pres">
      <dgm:prSet presAssocID="{60CCFE93-5568-418F-882B-3A8A49AEB4EB}" presName="ThreeNodes_3" presStyleLbl="node1" presStyleIdx="2" presStyleCnt="3">
        <dgm:presLayoutVars>
          <dgm:bulletEnabled val="1"/>
        </dgm:presLayoutVars>
      </dgm:prSet>
      <dgm:spPr/>
    </dgm:pt>
    <dgm:pt modelId="{B1B2518B-C194-4D77-BDC6-200B19415E90}" type="pres">
      <dgm:prSet presAssocID="{60CCFE93-5568-418F-882B-3A8A49AEB4EB}" presName="ThreeConn_1-2" presStyleLbl="fgAccFollowNode1" presStyleIdx="0" presStyleCnt="2">
        <dgm:presLayoutVars>
          <dgm:bulletEnabled val="1"/>
        </dgm:presLayoutVars>
      </dgm:prSet>
      <dgm:spPr/>
    </dgm:pt>
    <dgm:pt modelId="{B951E02D-A03C-4ADB-946A-45EB14BB993F}" type="pres">
      <dgm:prSet presAssocID="{60CCFE93-5568-418F-882B-3A8A49AEB4EB}" presName="ThreeConn_2-3" presStyleLbl="fgAccFollowNode1" presStyleIdx="1" presStyleCnt="2">
        <dgm:presLayoutVars>
          <dgm:bulletEnabled val="1"/>
        </dgm:presLayoutVars>
      </dgm:prSet>
      <dgm:spPr/>
    </dgm:pt>
    <dgm:pt modelId="{BA0104D5-5F0F-4CA2-B6E0-B7E55294494C}" type="pres">
      <dgm:prSet presAssocID="{60CCFE93-5568-418F-882B-3A8A49AEB4EB}" presName="ThreeNodes_1_text" presStyleLbl="node1" presStyleIdx="2" presStyleCnt="3">
        <dgm:presLayoutVars>
          <dgm:bulletEnabled val="1"/>
        </dgm:presLayoutVars>
      </dgm:prSet>
      <dgm:spPr/>
    </dgm:pt>
    <dgm:pt modelId="{C244B121-78E0-45B3-8BEC-7E47BFA1776A}" type="pres">
      <dgm:prSet presAssocID="{60CCFE93-5568-418F-882B-3A8A49AEB4EB}" presName="ThreeNodes_2_text" presStyleLbl="node1" presStyleIdx="2" presStyleCnt="3">
        <dgm:presLayoutVars>
          <dgm:bulletEnabled val="1"/>
        </dgm:presLayoutVars>
      </dgm:prSet>
      <dgm:spPr/>
    </dgm:pt>
    <dgm:pt modelId="{1F7B732A-C4CA-4D02-BD01-70E413FBE47A}" type="pres">
      <dgm:prSet presAssocID="{60CCFE93-5568-418F-882B-3A8A49AEB4E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3AE2800-C164-4097-B25F-2EE460A8AB31}" type="presOf" srcId="{6026EFC0-9AE1-46B5-9AB9-7C3007359688}" destId="{B951E02D-A03C-4ADB-946A-45EB14BB993F}" srcOrd="0" destOrd="0" presId="urn:microsoft.com/office/officeart/2005/8/layout/vProcess5"/>
    <dgm:cxn modelId="{D24EE504-60C4-4A33-B5DE-A4059D1631AE}" srcId="{60CCFE93-5568-418F-882B-3A8A49AEB4EB}" destId="{200D5354-54C2-40BC-AC10-659B86215965}" srcOrd="1" destOrd="0" parTransId="{B7FC0D0A-0A39-4AF4-99D6-C7E5AEC79299}" sibTransId="{6026EFC0-9AE1-46B5-9AB9-7C3007359688}"/>
    <dgm:cxn modelId="{C7DDEC3D-5A6F-40CD-BA3F-4CF128C52F1E}" srcId="{60CCFE93-5568-418F-882B-3A8A49AEB4EB}" destId="{CEE5CE0F-D29A-4A1B-AE47-F4D13B2AEC96}" srcOrd="0" destOrd="0" parTransId="{A69C2202-0485-4082-A712-B5E042D64DC9}" sibTransId="{2642C1D6-1630-4B16-AF6E-F5423F0A3A43}"/>
    <dgm:cxn modelId="{A5129564-CBA3-4B73-A87D-E8E37C5EA1AF}" type="presOf" srcId="{200D5354-54C2-40BC-AC10-659B86215965}" destId="{C244B121-78E0-45B3-8BEC-7E47BFA1776A}" srcOrd="1" destOrd="0" presId="urn:microsoft.com/office/officeart/2005/8/layout/vProcess5"/>
    <dgm:cxn modelId="{78352F50-1E51-4637-AED3-D0E18BF3AFC8}" type="presOf" srcId="{2642C1D6-1630-4B16-AF6E-F5423F0A3A43}" destId="{B1B2518B-C194-4D77-BDC6-200B19415E90}" srcOrd="0" destOrd="0" presId="urn:microsoft.com/office/officeart/2005/8/layout/vProcess5"/>
    <dgm:cxn modelId="{7BC67073-142B-46E8-9213-75AC8BA0CB38}" type="presOf" srcId="{CEE5CE0F-D29A-4A1B-AE47-F4D13B2AEC96}" destId="{BA0104D5-5F0F-4CA2-B6E0-B7E55294494C}" srcOrd="1" destOrd="0" presId="urn:microsoft.com/office/officeart/2005/8/layout/vProcess5"/>
    <dgm:cxn modelId="{1554B07A-96A8-44C6-8269-5963A1F8EB22}" type="presOf" srcId="{200D5354-54C2-40BC-AC10-659B86215965}" destId="{EB91CA90-D7E3-442A-AB3E-F4C972A8CF2F}" srcOrd="0" destOrd="0" presId="urn:microsoft.com/office/officeart/2005/8/layout/vProcess5"/>
    <dgm:cxn modelId="{66EA0091-6BC8-4408-AAF7-4BC1B3E1D021}" type="presOf" srcId="{60CCFE93-5568-418F-882B-3A8A49AEB4EB}" destId="{D6BD61B6-2437-43F1-83F2-0A6F6A6CC015}" srcOrd="0" destOrd="0" presId="urn:microsoft.com/office/officeart/2005/8/layout/vProcess5"/>
    <dgm:cxn modelId="{20C84BBA-D89E-47FA-B9A9-454A3FEDF27E}" type="presOf" srcId="{51504A92-6B54-4490-9E88-10B4E8647EDE}" destId="{1F7B732A-C4CA-4D02-BD01-70E413FBE47A}" srcOrd="1" destOrd="0" presId="urn:microsoft.com/office/officeart/2005/8/layout/vProcess5"/>
    <dgm:cxn modelId="{9DD887E0-C965-4DB2-A761-EA33818DB799}" type="presOf" srcId="{51504A92-6B54-4490-9E88-10B4E8647EDE}" destId="{8BAF32E7-6A3E-4F4C-A156-7B28F1D7188E}" srcOrd="0" destOrd="0" presId="urn:microsoft.com/office/officeart/2005/8/layout/vProcess5"/>
    <dgm:cxn modelId="{FC4A17E4-B4B8-4625-ABD9-09772CC2D0EF}" type="presOf" srcId="{CEE5CE0F-D29A-4A1B-AE47-F4D13B2AEC96}" destId="{F30B561A-D2F6-4F1D-ADB4-9CFFF0559359}" srcOrd="0" destOrd="0" presId="urn:microsoft.com/office/officeart/2005/8/layout/vProcess5"/>
    <dgm:cxn modelId="{631717E9-C670-478D-9623-80C8B0F5CD34}" srcId="{60CCFE93-5568-418F-882B-3A8A49AEB4EB}" destId="{51504A92-6B54-4490-9E88-10B4E8647EDE}" srcOrd="2" destOrd="0" parTransId="{3E5F1F12-181B-4D46-809C-DC0DB9BE5809}" sibTransId="{F5188BCE-7EA8-4DDD-91B4-2119C8C0FF2B}"/>
    <dgm:cxn modelId="{DF7C52D9-E71E-4FB1-AD93-C2F20FE15AB0}" type="presParOf" srcId="{D6BD61B6-2437-43F1-83F2-0A6F6A6CC015}" destId="{9553CD41-17F0-4255-B244-D9DF7C3F5AD9}" srcOrd="0" destOrd="0" presId="urn:microsoft.com/office/officeart/2005/8/layout/vProcess5"/>
    <dgm:cxn modelId="{DF58402F-5C5E-459B-8725-B24BA68ABF3B}" type="presParOf" srcId="{D6BD61B6-2437-43F1-83F2-0A6F6A6CC015}" destId="{F30B561A-D2F6-4F1D-ADB4-9CFFF0559359}" srcOrd="1" destOrd="0" presId="urn:microsoft.com/office/officeart/2005/8/layout/vProcess5"/>
    <dgm:cxn modelId="{2AA7A527-A4C6-4C13-9315-B387B54F98B3}" type="presParOf" srcId="{D6BD61B6-2437-43F1-83F2-0A6F6A6CC015}" destId="{EB91CA90-D7E3-442A-AB3E-F4C972A8CF2F}" srcOrd="2" destOrd="0" presId="urn:microsoft.com/office/officeart/2005/8/layout/vProcess5"/>
    <dgm:cxn modelId="{015BCF1D-16FF-4BF0-A3AC-9F9C86EC582C}" type="presParOf" srcId="{D6BD61B6-2437-43F1-83F2-0A6F6A6CC015}" destId="{8BAF32E7-6A3E-4F4C-A156-7B28F1D7188E}" srcOrd="3" destOrd="0" presId="urn:microsoft.com/office/officeart/2005/8/layout/vProcess5"/>
    <dgm:cxn modelId="{D8BC6ED8-52A6-42F2-B5C0-E7C795C2EC47}" type="presParOf" srcId="{D6BD61B6-2437-43F1-83F2-0A6F6A6CC015}" destId="{B1B2518B-C194-4D77-BDC6-200B19415E90}" srcOrd="4" destOrd="0" presId="urn:microsoft.com/office/officeart/2005/8/layout/vProcess5"/>
    <dgm:cxn modelId="{1169F565-EBEC-4889-B1A6-AC164C980210}" type="presParOf" srcId="{D6BD61B6-2437-43F1-83F2-0A6F6A6CC015}" destId="{B951E02D-A03C-4ADB-946A-45EB14BB993F}" srcOrd="5" destOrd="0" presId="urn:microsoft.com/office/officeart/2005/8/layout/vProcess5"/>
    <dgm:cxn modelId="{89C66475-A222-4CC6-828B-6C8C14B63F28}" type="presParOf" srcId="{D6BD61B6-2437-43F1-83F2-0A6F6A6CC015}" destId="{BA0104D5-5F0F-4CA2-B6E0-B7E55294494C}" srcOrd="6" destOrd="0" presId="urn:microsoft.com/office/officeart/2005/8/layout/vProcess5"/>
    <dgm:cxn modelId="{4D95F8AC-1A6A-476B-913E-DCB274CA4CCB}" type="presParOf" srcId="{D6BD61B6-2437-43F1-83F2-0A6F6A6CC015}" destId="{C244B121-78E0-45B3-8BEC-7E47BFA1776A}" srcOrd="7" destOrd="0" presId="urn:microsoft.com/office/officeart/2005/8/layout/vProcess5"/>
    <dgm:cxn modelId="{26FDA80B-54FE-4A2E-9379-6C85786092DE}" type="presParOf" srcId="{D6BD61B6-2437-43F1-83F2-0A6F6A6CC015}" destId="{1F7B732A-C4CA-4D02-BD01-70E413FBE47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D701AE-6998-4224-8AEF-2341E9E1EA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11594F-FA4D-42EB-A92D-DDD2BF9BFEA6}">
      <dgm:prSet/>
      <dgm:spPr/>
      <dgm:t>
        <a:bodyPr/>
        <a:lstStyle/>
        <a:p>
          <a:r>
            <a:rPr lang="en-US" b="1" i="0" baseline="0"/>
            <a:t>Agile Scrum</a:t>
          </a:r>
          <a:r>
            <a:rPr lang="en-US" b="0" i="0" baseline="0"/>
            <a:t>: 2-week sprints</a:t>
          </a:r>
          <a:endParaRPr lang="en-US"/>
        </a:p>
      </dgm:t>
    </dgm:pt>
    <dgm:pt modelId="{80157AAE-1FD1-413E-A6A7-EB8CB4903AAF}" type="parTrans" cxnId="{82C8FE94-4442-4FEA-B271-75FFCD6A59B3}">
      <dgm:prSet/>
      <dgm:spPr/>
      <dgm:t>
        <a:bodyPr/>
        <a:lstStyle/>
        <a:p>
          <a:endParaRPr lang="en-US"/>
        </a:p>
      </dgm:t>
    </dgm:pt>
    <dgm:pt modelId="{B7CFDE2C-4904-417A-9701-43B6C253C144}" type="sibTrans" cxnId="{82C8FE94-4442-4FEA-B271-75FFCD6A59B3}">
      <dgm:prSet/>
      <dgm:spPr/>
      <dgm:t>
        <a:bodyPr/>
        <a:lstStyle/>
        <a:p>
          <a:endParaRPr lang="en-US"/>
        </a:p>
      </dgm:t>
    </dgm:pt>
    <dgm:pt modelId="{E810C8BA-825C-4DA8-B42A-8E28B14B6115}">
      <dgm:prSet/>
      <dgm:spPr/>
      <dgm:t>
        <a:bodyPr/>
        <a:lstStyle/>
        <a:p>
          <a:r>
            <a:rPr lang="en-US" b="0" i="0" baseline="0"/>
            <a:t>Incremental build:</a:t>
          </a:r>
          <a:endParaRPr lang="en-US"/>
        </a:p>
      </dgm:t>
    </dgm:pt>
    <dgm:pt modelId="{EC1DF4AD-9D77-4420-9A54-B7060633AC09}" type="parTrans" cxnId="{74AF8C4A-59D1-4EF3-8824-AE45DDEDA7E7}">
      <dgm:prSet/>
      <dgm:spPr/>
      <dgm:t>
        <a:bodyPr/>
        <a:lstStyle/>
        <a:p>
          <a:endParaRPr lang="en-US"/>
        </a:p>
      </dgm:t>
    </dgm:pt>
    <dgm:pt modelId="{76111AAD-E76E-4B59-92DE-B8348CEB57A2}" type="sibTrans" cxnId="{74AF8C4A-59D1-4EF3-8824-AE45DDEDA7E7}">
      <dgm:prSet/>
      <dgm:spPr/>
      <dgm:t>
        <a:bodyPr/>
        <a:lstStyle/>
        <a:p>
          <a:endParaRPr lang="en-US"/>
        </a:p>
      </dgm:t>
    </dgm:pt>
    <dgm:pt modelId="{2B5522B9-6872-4E70-ACBF-9D2EF99A49B6}">
      <dgm:prSet/>
      <dgm:spPr/>
      <dgm:t>
        <a:bodyPr/>
        <a:lstStyle/>
        <a:p>
          <a:r>
            <a:rPr lang="en-US" b="0" i="0" baseline="0"/>
            <a:t>Authentication</a:t>
          </a:r>
          <a:endParaRPr lang="en-US"/>
        </a:p>
      </dgm:t>
    </dgm:pt>
    <dgm:pt modelId="{7418A8C2-8DF5-44A3-B9CA-397873796596}" type="parTrans" cxnId="{9C70CA77-58A2-4C80-9E22-EC64C7AA36EC}">
      <dgm:prSet/>
      <dgm:spPr/>
      <dgm:t>
        <a:bodyPr/>
        <a:lstStyle/>
        <a:p>
          <a:endParaRPr lang="en-US"/>
        </a:p>
      </dgm:t>
    </dgm:pt>
    <dgm:pt modelId="{C7607E12-954B-460D-A1FA-7D7739E5B037}" type="sibTrans" cxnId="{9C70CA77-58A2-4C80-9E22-EC64C7AA36EC}">
      <dgm:prSet/>
      <dgm:spPr/>
      <dgm:t>
        <a:bodyPr/>
        <a:lstStyle/>
        <a:p>
          <a:endParaRPr lang="en-US"/>
        </a:p>
      </dgm:t>
    </dgm:pt>
    <dgm:pt modelId="{FCA2918A-FAD2-4F00-AF93-349A55B85F6A}">
      <dgm:prSet/>
      <dgm:spPr/>
      <dgm:t>
        <a:bodyPr/>
        <a:lstStyle/>
        <a:p>
          <a:r>
            <a:rPr lang="en-US" b="0" i="0" baseline="0"/>
            <a:t>Gamification Engine</a:t>
          </a:r>
          <a:endParaRPr lang="en-US"/>
        </a:p>
      </dgm:t>
    </dgm:pt>
    <dgm:pt modelId="{2E8FA9BD-BADB-4153-B54F-4A553D188618}" type="parTrans" cxnId="{2D961131-23F2-4824-A2CA-5043F803BD3B}">
      <dgm:prSet/>
      <dgm:spPr/>
      <dgm:t>
        <a:bodyPr/>
        <a:lstStyle/>
        <a:p>
          <a:endParaRPr lang="en-US"/>
        </a:p>
      </dgm:t>
    </dgm:pt>
    <dgm:pt modelId="{E6DFE77E-E8E8-4161-A34B-63A1920EF694}" type="sibTrans" cxnId="{2D961131-23F2-4824-A2CA-5043F803BD3B}">
      <dgm:prSet/>
      <dgm:spPr/>
      <dgm:t>
        <a:bodyPr/>
        <a:lstStyle/>
        <a:p>
          <a:endParaRPr lang="en-US"/>
        </a:p>
      </dgm:t>
    </dgm:pt>
    <dgm:pt modelId="{DFB71A93-A52F-4640-AEF8-B1D1A00A1066}">
      <dgm:prSet/>
      <dgm:spPr/>
      <dgm:t>
        <a:bodyPr/>
        <a:lstStyle/>
        <a:p>
          <a:r>
            <a:rPr lang="en-US" b="0" i="0" baseline="0"/>
            <a:t>Skill Modules</a:t>
          </a:r>
          <a:endParaRPr lang="en-US"/>
        </a:p>
      </dgm:t>
    </dgm:pt>
    <dgm:pt modelId="{77F3B0D5-86A7-4155-BF2B-131015EBC7A3}" type="parTrans" cxnId="{316AE10E-C4FB-4558-9F66-F1DB92583BDE}">
      <dgm:prSet/>
      <dgm:spPr/>
      <dgm:t>
        <a:bodyPr/>
        <a:lstStyle/>
        <a:p>
          <a:endParaRPr lang="en-US"/>
        </a:p>
      </dgm:t>
    </dgm:pt>
    <dgm:pt modelId="{D8DF1284-DB5D-407E-87A2-55D04AC68CD9}" type="sibTrans" cxnId="{316AE10E-C4FB-4558-9F66-F1DB92583BDE}">
      <dgm:prSet/>
      <dgm:spPr/>
      <dgm:t>
        <a:bodyPr/>
        <a:lstStyle/>
        <a:p>
          <a:endParaRPr lang="en-US"/>
        </a:p>
      </dgm:t>
    </dgm:pt>
    <dgm:pt modelId="{9E8924F5-93CF-4B63-B57E-B4A3EF9A236C}">
      <dgm:prSet/>
      <dgm:spPr/>
      <dgm:t>
        <a:bodyPr/>
        <a:lstStyle/>
        <a:p>
          <a:r>
            <a:rPr lang="en-US" b="0" i="0" baseline="0"/>
            <a:t>Animations &amp; Sound</a:t>
          </a:r>
          <a:endParaRPr lang="en-US"/>
        </a:p>
      </dgm:t>
    </dgm:pt>
    <dgm:pt modelId="{399D7665-DDA6-4B06-BD73-4FAD40AEAB39}" type="parTrans" cxnId="{23CBC42D-97AE-4567-89A4-942CA3C03716}">
      <dgm:prSet/>
      <dgm:spPr/>
      <dgm:t>
        <a:bodyPr/>
        <a:lstStyle/>
        <a:p>
          <a:endParaRPr lang="en-US"/>
        </a:p>
      </dgm:t>
    </dgm:pt>
    <dgm:pt modelId="{A5BFDBBF-2F3D-4FF0-8FB3-71FD3AFCF4A8}" type="sibTrans" cxnId="{23CBC42D-97AE-4567-89A4-942CA3C03716}">
      <dgm:prSet/>
      <dgm:spPr/>
      <dgm:t>
        <a:bodyPr/>
        <a:lstStyle/>
        <a:p>
          <a:endParaRPr lang="en-US"/>
        </a:p>
      </dgm:t>
    </dgm:pt>
    <dgm:pt modelId="{81465967-669B-4654-8120-6E4580CE78C8}">
      <dgm:prSet/>
      <dgm:spPr/>
      <dgm:t>
        <a:bodyPr/>
        <a:lstStyle/>
        <a:p>
          <a:r>
            <a:rPr lang="en-US" b="0" i="0" baseline="0"/>
            <a:t>Tools: React.js, Node.js, MongoDB, Figma, GitHub</a:t>
          </a:r>
          <a:endParaRPr lang="en-US"/>
        </a:p>
      </dgm:t>
    </dgm:pt>
    <dgm:pt modelId="{D986D828-E898-4D67-B63D-A0C4C369E6C3}" type="parTrans" cxnId="{625CF848-D291-4A2D-96E3-C8AE1D57F959}">
      <dgm:prSet/>
      <dgm:spPr/>
      <dgm:t>
        <a:bodyPr/>
        <a:lstStyle/>
        <a:p>
          <a:endParaRPr lang="en-US"/>
        </a:p>
      </dgm:t>
    </dgm:pt>
    <dgm:pt modelId="{5397218A-F33C-43A9-9A0D-2199E43E04BE}" type="sibTrans" cxnId="{625CF848-D291-4A2D-96E3-C8AE1D57F959}">
      <dgm:prSet/>
      <dgm:spPr/>
      <dgm:t>
        <a:bodyPr/>
        <a:lstStyle/>
        <a:p>
          <a:endParaRPr lang="en-US"/>
        </a:p>
      </dgm:t>
    </dgm:pt>
    <dgm:pt modelId="{5ED44913-C673-40BD-8558-352F79D1B694}" type="pres">
      <dgm:prSet presAssocID="{B6D701AE-6998-4224-8AEF-2341E9E1EA9B}" presName="root" presStyleCnt="0">
        <dgm:presLayoutVars>
          <dgm:dir/>
          <dgm:resizeHandles val="exact"/>
        </dgm:presLayoutVars>
      </dgm:prSet>
      <dgm:spPr/>
    </dgm:pt>
    <dgm:pt modelId="{329AC7AF-CC18-493F-BE81-CCCC0089AF43}" type="pres">
      <dgm:prSet presAssocID="{3211594F-FA4D-42EB-A92D-DDD2BF9BFEA6}" presName="compNode" presStyleCnt="0"/>
      <dgm:spPr/>
    </dgm:pt>
    <dgm:pt modelId="{DC427401-16F5-4F70-B290-58792DA2EA2E}" type="pres">
      <dgm:prSet presAssocID="{3211594F-FA4D-42EB-A92D-DDD2BF9BFEA6}" presName="bgRect" presStyleLbl="bgShp" presStyleIdx="0" presStyleCnt="3"/>
      <dgm:spPr/>
    </dgm:pt>
    <dgm:pt modelId="{BF564E8A-EAE8-4750-A46F-6A3BD9BDE751}" type="pres">
      <dgm:prSet presAssocID="{3211594F-FA4D-42EB-A92D-DDD2BF9BFEA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A104E245-9F78-4692-82FF-438541C7469B}" type="pres">
      <dgm:prSet presAssocID="{3211594F-FA4D-42EB-A92D-DDD2BF9BFEA6}" presName="spaceRect" presStyleCnt="0"/>
      <dgm:spPr/>
    </dgm:pt>
    <dgm:pt modelId="{05AC6184-243F-45FD-A984-92EF88E9F435}" type="pres">
      <dgm:prSet presAssocID="{3211594F-FA4D-42EB-A92D-DDD2BF9BFEA6}" presName="parTx" presStyleLbl="revTx" presStyleIdx="0" presStyleCnt="4">
        <dgm:presLayoutVars>
          <dgm:chMax val="0"/>
          <dgm:chPref val="0"/>
        </dgm:presLayoutVars>
      </dgm:prSet>
      <dgm:spPr/>
    </dgm:pt>
    <dgm:pt modelId="{19B4B373-8E07-4BA4-BEFC-D6C02E778DCA}" type="pres">
      <dgm:prSet presAssocID="{B7CFDE2C-4904-417A-9701-43B6C253C144}" presName="sibTrans" presStyleCnt="0"/>
      <dgm:spPr/>
    </dgm:pt>
    <dgm:pt modelId="{7476452B-07FB-4790-9EC9-945BDA0C2C3F}" type="pres">
      <dgm:prSet presAssocID="{E810C8BA-825C-4DA8-B42A-8E28B14B6115}" presName="compNode" presStyleCnt="0"/>
      <dgm:spPr/>
    </dgm:pt>
    <dgm:pt modelId="{65F84AF6-F9A7-4BBA-970C-C709899367D9}" type="pres">
      <dgm:prSet presAssocID="{E810C8BA-825C-4DA8-B42A-8E28B14B6115}" presName="bgRect" presStyleLbl="bgShp" presStyleIdx="1" presStyleCnt="3"/>
      <dgm:spPr/>
    </dgm:pt>
    <dgm:pt modelId="{0E29044B-E572-41F5-8CF0-7E84A7DB5BE1}" type="pres">
      <dgm:prSet presAssocID="{E810C8BA-825C-4DA8-B42A-8E28B14B611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957EAE6-CEE6-4E38-A8A4-923CD0311F63}" type="pres">
      <dgm:prSet presAssocID="{E810C8BA-825C-4DA8-B42A-8E28B14B6115}" presName="spaceRect" presStyleCnt="0"/>
      <dgm:spPr/>
    </dgm:pt>
    <dgm:pt modelId="{7143BAA1-EEBE-402D-B154-42703817ABCC}" type="pres">
      <dgm:prSet presAssocID="{E810C8BA-825C-4DA8-B42A-8E28B14B6115}" presName="parTx" presStyleLbl="revTx" presStyleIdx="1" presStyleCnt="4">
        <dgm:presLayoutVars>
          <dgm:chMax val="0"/>
          <dgm:chPref val="0"/>
        </dgm:presLayoutVars>
      </dgm:prSet>
      <dgm:spPr/>
    </dgm:pt>
    <dgm:pt modelId="{4A7F9E4D-9E40-4BCB-8B03-72D3AD74B654}" type="pres">
      <dgm:prSet presAssocID="{E810C8BA-825C-4DA8-B42A-8E28B14B6115}" presName="desTx" presStyleLbl="revTx" presStyleIdx="2" presStyleCnt="4">
        <dgm:presLayoutVars/>
      </dgm:prSet>
      <dgm:spPr/>
    </dgm:pt>
    <dgm:pt modelId="{BB1E7699-7394-4E53-9E82-A4AFC8418C3C}" type="pres">
      <dgm:prSet presAssocID="{76111AAD-E76E-4B59-92DE-B8348CEB57A2}" presName="sibTrans" presStyleCnt="0"/>
      <dgm:spPr/>
    </dgm:pt>
    <dgm:pt modelId="{E4173C8E-106D-4A73-8AD2-290CC7A29220}" type="pres">
      <dgm:prSet presAssocID="{81465967-669B-4654-8120-6E4580CE78C8}" presName="compNode" presStyleCnt="0"/>
      <dgm:spPr/>
    </dgm:pt>
    <dgm:pt modelId="{D8811D51-D628-4BD6-9312-717A60B17D58}" type="pres">
      <dgm:prSet presAssocID="{81465967-669B-4654-8120-6E4580CE78C8}" presName="bgRect" presStyleLbl="bgShp" presStyleIdx="2" presStyleCnt="3"/>
      <dgm:spPr/>
    </dgm:pt>
    <dgm:pt modelId="{B2DC8D7D-EDAB-47FE-B7CC-59DEECFDE266}" type="pres">
      <dgm:prSet presAssocID="{81465967-669B-4654-8120-6E4580CE78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3D0E159-A9E4-4E6B-9439-C0F1B61328E7}" type="pres">
      <dgm:prSet presAssocID="{81465967-669B-4654-8120-6E4580CE78C8}" presName="spaceRect" presStyleCnt="0"/>
      <dgm:spPr/>
    </dgm:pt>
    <dgm:pt modelId="{801B5FBB-EFD4-4390-A997-73336E06CBD4}" type="pres">
      <dgm:prSet presAssocID="{81465967-669B-4654-8120-6E4580CE78C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16AE10E-C4FB-4558-9F66-F1DB92583BDE}" srcId="{E810C8BA-825C-4DA8-B42A-8E28B14B6115}" destId="{DFB71A93-A52F-4640-AEF8-B1D1A00A1066}" srcOrd="2" destOrd="0" parTransId="{77F3B0D5-86A7-4155-BF2B-131015EBC7A3}" sibTransId="{D8DF1284-DB5D-407E-87A2-55D04AC68CD9}"/>
    <dgm:cxn modelId="{23CBC42D-97AE-4567-89A4-942CA3C03716}" srcId="{E810C8BA-825C-4DA8-B42A-8E28B14B6115}" destId="{9E8924F5-93CF-4B63-B57E-B4A3EF9A236C}" srcOrd="3" destOrd="0" parTransId="{399D7665-DDA6-4B06-BD73-4FAD40AEAB39}" sibTransId="{A5BFDBBF-2F3D-4FF0-8FB3-71FD3AFCF4A8}"/>
    <dgm:cxn modelId="{2D961131-23F2-4824-A2CA-5043F803BD3B}" srcId="{E810C8BA-825C-4DA8-B42A-8E28B14B6115}" destId="{FCA2918A-FAD2-4F00-AF93-349A55B85F6A}" srcOrd="1" destOrd="0" parTransId="{2E8FA9BD-BADB-4153-B54F-4A553D188618}" sibTransId="{E6DFE77E-E8E8-4161-A34B-63A1920EF694}"/>
    <dgm:cxn modelId="{7DF4B242-65E4-4413-8665-ABC84A388C18}" type="presOf" srcId="{E810C8BA-825C-4DA8-B42A-8E28B14B6115}" destId="{7143BAA1-EEBE-402D-B154-42703817ABCC}" srcOrd="0" destOrd="0" presId="urn:microsoft.com/office/officeart/2018/2/layout/IconVerticalSolidList"/>
    <dgm:cxn modelId="{0627D363-88C8-4AF4-BB07-F9F7821215F9}" type="presOf" srcId="{9E8924F5-93CF-4B63-B57E-B4A3EF9A236C}" destId="{4A7F9E4D-9E40-4BCB-8B03-72D3AD74B654}" srcOrd="0" destOrd="3" presId="urn:microsoft.com/office/officeart/2018/2/layout/IconVerticalSolidList"/>
    <dgm:cxn modelId="{625CF848-D291-4A2D-96E3-C8AE1D57F959}" srcId="{B6D701AE-6998-4224-8AEF-2341E9E1EA9B}" destId="{81465967-669B-4654-8120-6E4580CE78C8}" srcOrd="2" destOrd="0" parTransId="{D986D828-E898-4D67-B63D-A0C4C369E6C3}" sibTransId="{5397218A-F33C-43A9-9A0D-2199E43E04BE}"/>
    <dgm:cxn modelId="{74AF8C4A-59D1-4EF3-8824-AE45DDEDA7E7}" srcId="{B6D701AE-6998-4224-8AEF-2341E9E1EA9B}" destId="{E810C8BA-825C-4DA8-B42A-8E28B14B6115}" srcOrd="1" destOrd="0" parTransId="{EC1DF4AD-9D77-4420-9A54-B7060633AC09}" sibTransId="{76111AAD-E76E-4B59-92DE-B8348CEB57A2}"/>
    <dgm:cxn modelId="{9C70CA77-58A2-4C80-9E22-EC64C7AA36EC}" srcId="{E810C8BA-825C-4DA8-B42A-8E28B14B6115}" destId="{2B5522B9-6872-4E70-ACBF-9D2EF99A49B6}" srcOrd="0" destOrd="0" parTransId="{7418A8C2-8DF5-44A3-B9CA-397873796596}" sibTransId="{C7607E12-954B-460D-A1FA-7D7739E5B037}"/>
    <dgm:cxn modelId="{4677CF59-A589-4056-A375-047FD7B48A09}" type="presOf" srcId="{3211594F-FA4D-42EB-A92D-DDD2BF9BFEA6}" destId="{05AC6184-243F-45FD-A984-92EF88E9F435}" srcOrd="0" destOrd="0" presId="urn:microsoft.com/office/officeart/2018/2/layout/IconVerticalSolidList"/>
    <dgm:cxn modelId="{82C8FE94-4442-4FEA-B271-75FFCD6A59B3}" srcId="{B6D701AE-6998-4224-8AEF-2341E9E1EA9B}" destId="{3211594F-FA4D-42EB-A92D-DDD2BF9BFEA6}" srcOrd="0" destOrd="0" parTransId="{80157AAE-1FD1-413E-A6A7-EB8CB4903AAF}" sibTransId="{B7CFDE2C-4904-417A-9701-43B6C253C144}"/>
    <dgm:cxn modelId="{B6AF57A3-D395-407E-81D3-6E85E6C36D85}" type="presOf" srcId="{FCA2918A-FAD2-4F00-AF93-349A55B85F6A}" destId="{4A7F9E4D-9E40-4BCB-8B03-72D3AD74B654}" srcOrd="0" destOrd="1" presId="urn:microsoft.com/office/officeart/2018/2/layout/IconVerticalSolidList"/>
    <dgm:cxn modelId="{07BB7DD1-E1F1-48F8-BD8D-9950331D616F}" type="presOf" srcId="{81465967-669B-4654-8120-6E4580CE78C8}" destId="{801B5FBB-EFD4-4390-A997-73336E06CBD4}" srcOrd="0" destOrd="0" presId="urn:microsoft.com/office/officeart/2018/2/layout/IconVerticalSolidList"/>
    <dgm:cxn modelId="{56D588D5-C325-4C16-9FCB-ADCC898D8221}" type="presOf" srcId="{2B5522B9-6872-4E70-ACBF-9D2EF99A49B6}" destId="{4A7F9E4D-9E40-4BCB-8B03-72D3AD74B654}" srcOrd="0" destOrd="0" presId="urn:microsoft.com/office/officeart/2018/2/layout/IconVerticalSolidList"/>
    <dgm:cxn modelId="{F93F43DB-5AF2-4185-A3E5-9615EC72EBFD}" type="presOf" srcId="{B6D701AE-6998-4224-8AEF-2341E9E1EA9B}" destId="{5ED44913-C673-40BD-8558-352F79D1B694}" srcOrd="0" destOrd="0" presId="urn:microsoft.com/office/officeart/2018/2/layout/IconVerticalSolidList"/>
    <dgm:cxn modelId="{AF0CE4E9-5192-4CAA-B31F-8381B75D85F2}" type="presOf" srcId="{DFB71A93-A52F-4640-AEF8-B1D1A00A1066}" destId="{4A7F9E4D-9E40-4BCB-8B03-72D3AD74B654}" srcOrd="0" destOrd="2" presId="urn:microsoft.com/office/officeart/2018/2/layout/IconVerticalSolidList"/>
    <dgm:cxn modelId="{89AADCD8-F22E-4689-93E8-EC0DDD960A29}" type="presParOf" srcId="{5ED44913-C673-40BD-8558-352F79D1B694}" destId="{329AC7AF-CC18-493F-BE81-CCCC0089AF43}" srcOrd="0" destOrd="0" presId="urn:microsoft.com/office/officeart/2018/2/layout/IconVerticalSolidList"/>
    <dgm:cxn modelId="{AA6CC514-79FF-40B3-B7C8-4E3EE09644AC}" type="presParOf" srcId="{329AC7AF-CC18-493F-BE81-CCCC0089AF43}" destId="{DC427401-16F5-4F70-B290-58792DA2EA2E}" srcOrd="0" destOrd="0" presId="urn:microsoft.com/office/officeart/2018/2/layout/IconVerticalSolidList"/>
    <dgm:cxn modelId="{3BB05DEF-F1D2-4610-93A4-AF3FA5C09317}" type="presParOf" srcId="{329AC7AF-CC18-493F-BE81-CCCC0089AF43}" destId="{BF564E8A-EAE8-4750-A46F-6A3BD9BDE751}" srcOrd="1" destOrd="0" presId="urn:microsoft.com/office/officeart/2018/2/layout/IconVerticalSolidList"/>
    <dgm:cxn modelId="{8774E833-A8DE-45AA-B7EA-E1090A500991}" type="presParOf" srcId="{329AC7AF-CC18-493F-BE81-CCCC0089AF43}" destId="{A104E245-9F78-4692-82FF-438541C7469B}" srcOrd="2" destOrd="0" presId="urn:microsoft.com/office/officeart/2018/2/layout/IconVerticalSolidList"/>
    <dgm:cxn modelId="{28211920-ABE5-4013-A938-7710C49A50E5}" type="presParOf" srcId="{329AC7AF-CC18-493F-BE81-CCCC0089AF43}" destId="{05AC6184-243F-45FD-A984-92EF88E9F435}" srcOrd="3" destOrd="0" presId="urn:microsoft.com/office/officeart/2018/2/layout/IconVerticalSolidList"/>
    <dgm:cxn modelId="{B2FF9404-88C4-459A-AF41-8B6C495F4471}" type="presParOf" srcId="{5ED44913-C673-40BD-8558-352F79D1B694}" destId="{19B4B373-8E07-4BA4-BEFC-D6C02E778DCA}" srcOrd="1" destOrd="0" presId="urn:microsoft.com/office/officeart/2018/2/layout/IconVerticalSolidList"/>
    <dgm:cxn modelId="{1249A124-0EED-4EF1-8826-30272B449E2C}" type="presParOf" srcId="{5ED44913-C673-40BD-8558-352F79D1B694}" destId="{7476452B-07FB-4790-9EC9-945BDA0C2C3F}" srcOrd="2" destOrd="0" presId="urn:microsoft.com/office/officeart/2018/2/layout/IconVerticalSolidList"/>
    <dgm:cxn modelId="{D7CE185E-217A-454A-8FA9-1749C084824B}" type="presParOf" srcId="{7476452B-07FB-4790-9EC9-945BDA0C2C3F}" destId="{65F84AF6-F9A7-4BBA-970C-C709899367D9}" srcOrd="0" destOrd="0" presId="urn:microsoft.com/office/officeart/2018/2/layout/IconVerticalSolidList"/>
    <dgm:cxn modelId="{F44DD959-C28D-4E66-99D2-F6F4DC0F91A9}" type="presParOf" srcId="{7476452B-07FB-4790-9EC9-945BDA0C2C3F}" destId="{0E29044B-E572-41F5-8CF0-7E84A7DB5BE1}" srcOrd="1" destOrd="0" presId="urn:microsoft.com/office/officeart/2018/2/layout/IconVerticalSolidList"/>
    <dgm:cxn modelId="{CB8B65B0-A067-426B-967D-10FA099245EC}" type="presParOf" srcId="{7476452B-07FB-4790-9EC9-945BDA0C2C3F}" destId="{8957EAE6-CEE6-4E38-A8A4-923CD0311F63}" srcOrd="2" destOrd="0" presId="urn:microsoft.com/office/officeart/2018/2/layout/IconVerticalSolidList"/>
    <dgm:cxn modelId="{FE693126-D880-480C-8270-8533D68482A3}" type="presParOf" srcId="{7476452B-07FB-4790-9EC9-945BDA0C2C3F}" destId="{7143BAA1-EEBE-402D-B154-42703817ABCC}" srcOrd="3" destOrd="0" presId="urn:microsoft.com/office/officeart/2018/2/layout/IconVerticalSolidList"/>
    <dgm:cxn modelId="{FAAB4302-DE36-44F5-8145-A59ED61F78AD}" type="presParOf" srcId="{7476452B-07FB-4790-9EC9-945BDA0C2C3F}" destId="{4A7F9E4D-9E40-4BCB-8B03-72D3AD74B654}" srcOrd="4" destOrd="0" presId="urn:microsoft.com/office/officeart/2018/2/layout/IconVerticalSolidList"/>
    <dgm:cxn modelId="{F257C2C8-D925-42FF-A5B7-A95E7E04B262}" type="presParOf" srcId="{5ED44913-C673-40BD-8558-352F79D1B694}" destId="{BB1E7699-7394-4E53-9E82-A4AFC8418C3C}" srcOrd="3" destOrd="0" presId="urn:microsoft.com/office/officeart/2018/2/layout/IconVerticalSolidList"/>
    <dgm:cxn modelId="{E7C063ED-8EBB-47A5-8D35-6D9BC19F0C47}" type="presParOf" srcId="{5ED44913-C673-40BD-8558-352F79D1B694}" destId="{E4173C8E-106D-4A73-8AD2-290CC7A29220}" srcOrd="4" destOrd="0" presId="urn:microsoft.com/office/officeart/2018/2/layout/IconVerticalSolidList"/>
    <dgm:cxn modelId="{D6AB7A11-0EF6-4AE9-9440-22D23E5EAEA4}" type="presParOf" srcId="{E4173C8E-106D-4A73-8AD2-290CC7A29220}" destId="{D8811D51-D628-4BD6-9312-717A60B17D58}" srcOrd="0" destOrd="0" presId="urn:microsoft.com/office/officeart/2018/2/layout/IconVerticalSolidList"/>
    <dgm:cxn modelId="{70CEB9D6-8DBE-4255-AC6D-55C97CB01DCC}" type="presParOf" srcId="{E4173C8E-106D-4A73-8AD2-290CC7A29220}" destId="{B2DC8D7D-EDAB-47FE-B7CC-59DEECFDE266}" srcOrd="1" destOrd="0" presId="urn:microsoft.com/office/officeart/2018/2/layout/IconVerticalSolidList"/>
    <dgm:cxn modelId="{305F3D19-CCA9-412D-AC96-E10DE12989F4}" type="presParOf" srcId="{E4173C8E-106D-4A73-8AD2-290CC7A29220}" destId="{13D0E159-A9E4-4E6B-9439-C0F1B61328E7}" srcOrd="2" destOrd="0" presId="urn:microsoft.com/office/officeart/2018/2/layout/IconVerticalSolidList"/>
    <dgm:cxn modelId="{9AE9D461-069B-4A90-B69A-52D303729DE2}" type="presParOf" srcId="{E4173C8E-106D-4A73-8AD2-290CC7A29220}" destId="{801B5FBB-EFD4-4390-A997-73336E06CB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A6B5AC-7454-46A2-B929-BAE1FEAD5C6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EB6DFF4-901B-4609-A3A4-3A5BBE5F119A}">
      <dgm:prSet/>
      <dgm:spPr/>
      <dgm:t>
        <a:bodyPr/>
        <a:lstStyle/>
        <a:p>
          <a:r>
            <a:rPr lang="en-US" b="0" i="0" baseline="0"/>
            <a:t>Timeline of project tasks &amp; milestones</a:t>
          </a:r>
          <a:endParaRPr lang="en-US"/>
        </a:p>
      </dgm:t>
    </dgm:pt>
    <dgm:pt modelId="{5D15251B-1C34-4D6A-B5E6-EF751C8E3D6E}" type="parTrans" cxnId="{0566D26C-7182-4E0D-B3EC-F5ED557A9CB6}">
      <dgm:prSet/>
      <dgm:spPr/>
      <dgm:t>
        <a:bodyPr/>
        <a:lstStyle/>
        <a:p>
          <a:endParaRPr lang="en-US"/>
        </a:p>
      </dgm:t>
    </dgm:pt>
    <dgm:pt modelId="{1ACFCC37-F67E-4D3D-ACB6-6CCE91621717}" type="sibTrans" cxnId="{0566D26C-7182-4E0D-B3EC-F5ED557A9CB6}">
      <dgm:prSet/>
      <dgm:spPr/>
      <dgm:t>
        <a:bodyPr/>
        <a:lstStyle/>
        <a:p>
          <a:endParaRPr lang="en-US"/>
        </a:p>
      </dgm:t>
    </dgm:pt>
    <dgm:pt modelId="{FDE261E0-5177-4F96-8949-D6FF965FD580}">
      <dgm:prSet/>
      <dgm:spPr/>
      <dgm:t>
        <a:bodyPr/>
        <a:lstStyle/>
        <a:p>
          <a:r>
            <a:rPr lang="en-US" b="0" i="0" baseline="0"/>
            <a:t>Structured development phases</a:t>
          </a:r>
          <a:endParaRPr lang="en-US"/>
        </a:p>
      </dgm:t>
    </dgm:pt>
    <dgm:pt modelId="{C71F3D5D-79C5-4A62-A965-F4782D89E938}" type="parTrans" cxnId="{76134F67-9555-4721-B3BB-8B8B666F06F5}">
      <dgm:prSet/>
      <dgm:spPr/>
      <dgm:t>
        <a:bodyPr/>
        <a:lstStyle/>
        <a:p>
          <a:endParaRPr lang="en-US"/>
        </a:p>
      </dgm:t>
    </dgm:pt>
    <dgm:pt modelId="{B3BF3A47-A03D-4588-9BA6-6F205AC20E7F}" type="sibTrans" cxnId="{76134F67-9555-4721-B3BB-8B8B666F06F5}">
      <dgm:prSet/>
      <dgm:spPr/>
      <dgm:t>
        <a:bodyPr/>
        <a:lstStyle/>
        <a:p>
          <a:endParaRPr lang="en-US"/>
        </a:p>
      </dgm:t>
    </dgm:pt>
    <dgm:pt modelId="{F721A5D6-D054-4940-9D47-CFDBE1E6AAAE}" type="pres">
      <dgm:prSet presAssocID="{C2A6B5AC-7454-46A2-B929-BAE1FEAD5C63}" presName="diagram" presStyleCnt="0">
        <dgm:presLayoutVars>
          <dgm:dir/>
          <dgm:resizeHandles val="exact"/>
        </dgm:presLayoutVars>
      </dgm:prSet>
      <dgm:spPr/>
    </dgm:pt>
    <dgm:pt modelId="{9E3F9689-B9DB-4DDC-AAE2-690849F75873}" type="pres">
      <dgm:prSet presAssocID="{8EB6DFF4-901B-4609-A3A4-3A5BBE5F119A}" presName="node" presStyleLbl="node1" presStyleIdx="0" presStyleCnt="2">
        <dgm:presLayoutVars>
          <dgm:bulletEnabled val="1"/>
        </dgm:presLayoutVars>
      </dgm:prSet>
      <dgm:spPr/>
    </dgm:pt>
    <dgm:pt modelId="{67B54660-5649-4885-B30C-63C2952364AB}" type="pres">
      <dgm:prSet presAssocID="{1ACFCC37-F67E-4D3D-ACB6-6CCE91621717}" presName="sibTrans" presStyleCnt="0"/>
      <dgm:spPr/>
    </dgm:pt>
    <dgm:pt modelId="{1E7BEB0E-4D0F-42D8-A2AB-A349303914C5}" type="pres">
      <dgm:prSet presAssocID="{FDE261E0-5177-4F96-8949-D6FF965FD580}" presName="node" presStyleLbl="node1" presStyleIdx="1" presStyleCnt="2">
        <dgm:presLayoutVars>
          <dgm:bulletEnabled val="1"/>
        </dgm:presLayoutVars>
      </dgm:prSet>
      <dgm:spPr/>
    </dgm:pt>
  </dgm:ptLst>
  <dgm:cxnLst>
    <dgm:cxn modelId="{10150701-2478-48C3-912D-477CC5626339}" type="presOf" srcId="{C2A6B5AC-7454-46A2-B929-BAE1FEAD5C63}" destId="{F721A5D6-D054-4940-9D47-CFDBE1E6AAAE}" srcOrd="0" destOrd="0" presId="urn:microsoft.com/office/officeart/2005/8/layout/default"/>
    <dgm:cxn modelId="{160D3A03-D489-45D0-8070-68BE912A025F}" type="presOf" srcId="{8EB6DFF4-901B-4609-A3A4-3A5BBE5F119A}" destId="{9E3F9689-B9DB-4DDC-AAE2-690849F75873}" srcOrd="0" destOrd="0" presId="urn:microsoft.com/office/officeart/2005/8/layout/default"/>
    <dgm:cxn modelId="{76134F67-9555-4721-B3BB-8B8B666F06F5}" srcId="{C2A6B5AC-7454-46A2-B929-BAE1FEAD5C63}" destId="{FDE261E0-5177-4F96-8949-D6FF965FD580}" srcOrd="1" destOrd="0" parTransId="{C71F3D5D-79C5-4A62-A965-F4782D89E938}" sibTransId="{B3BF3A47-A03D-4588-9BA6-6F205AC20E7F}"/>
    <dgm:cxn modelId="{0566D26C-7182-4E0D-B3EC-F5ED557A9CB6}" srcId="{C2A6B5AC-7454-46A2-B929-BAE1FEAD5C63}" destId="{8EB6DFF4-901B-4609-A3A4-3A5BBE5F119A}" srcOrd="0" destOrd="0" parTransId="{5D15251B-1C34-4D6A-B5E6-EF751C8E3D6E}" sibTransId="{1ACFCC37-F67E-4D3D-ACB6-6CCE91621717}"/>
    <dgm:cxn modelId="{C5E11FFE-2922-486A-AC26-A361E94C4ABB}" type="presOf" srcId="{FDE261E0-5177-4F96-8949-D6FF965FD580}" destId="{1E7BEB0E-4D0F-42D8-A2AB-A349303914C5}" srcOrd="0" destOrd="0" presId="urn:microsoft.com/office/officeart/2005/8/layout/default"/>
    <dgm:cxn modelId="{EC713ED7-B7EA-4D72-84B5-F7A080587501}" type="presParOf" srcId="{F721A5D6-D054-4940-9D47-CFDBE1E6AAAE}" destId="{9E3F9689-B9DB-4DDC-AAE2-690849F75873}" srcOrd="0" destOrd="0" presId="urn:microsoft.com/office/officeart/2005/8/layout/default"/>
    <dgm:cxn modelId="{49F56F4D-298B-420A-A67D-80633C845F77}" type="presParOf" srcId="{F721A5D6-D054-4940-9D47-CFDBE1E6AAAE}" destId="{67B54660-5649-4885-B30C-63C2952364AB}" srcOrd="1" destOrd="0" presId="urn:microsoft.com/office/officeart/2005/8/layout/default"/>
    <dgm:cxn modelId="{FB2073C9-8443-4C44-B60F-63E181ADEF0B}" type="presParOf" srcId="{F721A5D6-D054-4940-9D47-CFDBE1E6AAAE}" destId="{1E7BEB0E-4D0F-42D8-A2AB-A349303914C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7EB40D3-0CB3-4DE0-BAC1-04F51E37A6D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D370E1-1E74-4FDC-905B-C4077A27FBA3}">
      <dgm:prSet/>
      <dgm:spPr/>
      <dgm:t>
        <a:bodyPr/>
        <a:lstStyle/>
        <a:p>
          <a:r>
            <a:rPr lang="en-US" b="0" i="0" baseline="0"/>
            <a:t>Authentication &amp; User Management</a:t>
          </a:r>
          <a:endParaRPr lang="en-US"/>
        </a:p>
      </dgm:t>
    </dgm:pt>
    <dgm:pt modelId="{77111014-E129-414B-A356-7E590A08BA1E}" type="parTrans" cxnId="{3669C084-36B8-4860-9D51-4AF0A3C1CDEC}">
      <dgm:prSet/>
      <dgm:spPr/>
      <dgm:t>
        <a:bodyPr/>
        <a:lstStyle/>
        <a:p>
          <a:endParaRPr lang="en-US"/>
        </a:p>
      </dgm:t>
    </dgm:pt>
    <dgm:pt modelId="{2B4ED05C-90D2-4244-B715-288E8471ABBD}" type="sibTrans" cxnId="{3669C084-36B8-4860-9D51-4AF0A3C1CDEC}">
      <dgm:prSet/>
      <dgm:spPr/>
      <dgm:t>
        <a:bodyPr/>
        <a:lstStyle/>
        <a:p>
          <a:endParaRPr lang="en-US"/>
        </a:p>
      </dgm:t>
    </dgm:pt>
    <dgm:pt modelId="{44A35621-9D32-4015-876D-8C7FC0C5352E}">
      <dgm:prSet/>
      <dgm:spPr/>
      <dgm:t>
        <a:bodyPr/>
        <a:lstStyle/>
        <a:p>
          <a:r>
            <a:rPr lang="en-US" b="0" i="0" baseline="0"/>
            <a:t>Gamification Engine (XP, levels, badges)</a:t>
          </a:r>
          <a:endParaRPr lang="en-US"/>
        </a:p>
      </dgm:t>
    </dgm:pt>
    <dgm:pt modelId="{6ADE5D98-6BEF-4E1A-8C14-EC725212C917}" type="parTrans" cxnId="{B0E6EE36-BEFD-4643-85ED-74E57A9BFDF4}">
      <dgm:prSet/>
      <dgm:spPr/>
      <dgm:t>
        <a:bodyPr/>
        <a:lstStyle/>
        <a:p>
          <a:endParaRPr lang="en-US"/>
        </a:p>
      </dgm:t>
    </dgm:pt>
    <dgm:pt modelId="{DD76E004-D64A-4315-9E46-440DC6F0929C}" type="sibTrans" cxnId="{B0E6EE36-BEFD-4643-85ED-74E57A9BFDF4}">
      <dgm:prSet/>
      <dgm:spPr/>
      <dgm:t>
        <a:bodyPr/>
        <a:lstStyle/>
        <a:p>
          <a:endParaRPr lang="en-US"/>
        </a:p>
      </dgm:t>
    </dgm:pt>
    <dgm:pt modelId="{A90BB4D6-FE8E-4A24-8299-D8F3F0BCB663}">
      <dgm:prSet/>
      <dgm:spPr/>
      <dgm:t>
        <a:bodyPr/>
        <a:lstStyle/>
        <a:p>
          <a:r>
            <a:rPr lang="en-US" b="0" i="0" baseline="0"/>
            <a:t>Learning Modules (SQL, Excel, Cybersecurity)</a:t>
          </a:r>
          <a:endParaRPr lang="en-US"/>
        </a:p>
      </dgm:t>
    </dgm:pt>
    <dgm:pt modelId="{AB6BADB0-0755-4907-BFE3-24B9BFB40BB1}" type="parTrans" cxnId="{0D7FF8C4-EF70-45C7-AC91-2891A40C8FFD}">
      <dgm:prSet/>
      <dgm:spPr/>
      <dgm:t>
        <a:bodyPr/>
        <a:lstStyle/>
        <a:p>
          <a:endParaRPr lang="en-US"/>
        </a:p>
      </dgm:t>
    </dgm:pt>
    <dgm:pt modelId="{4269DB3F-6613-45E4-A6D9-479A42192922}" type="sibTrans" cxnId="{0D7FF8C4-EF70-45C7-AC91-2891A40C8FFD}">
      <dgm:prSet/>
      <dgm:spPr/>
      <dgm:t>
        <a:bodyPr/>
        <a:lstStyle/>
        <a:p>
          <a:endParaRPr lang="en-US"/>
        </a:p>
      </dgm:t>
    </dgm:pt>
    <dgm:pt modelId="{B9DDA188-DC25-4EF0-9EDD-EB87083F3723}">
      <dgm:prSet/>
      <dgm:spPr/>
      <dgm:t>
        <a:bodyPr/>
        <a:lstStyle/>
        <a:p>
          <a:r>
            <a:rPr lang="en-US" b="0" i="0" baseline="0"/>
            <a:t>UI/UX Layer with Animations</a:t>
          </a:r>
          <a:endParaRPr lang="en-US"/>
        </a:p>
      </dgm:t>
    </dgm:pt>
    <dgm:pt modelId="{63A713A1-A925-45B9-8C67-D218A317E134}" type="parTrans" cxnId="{109FBD7D-E4E5-41C6-B57F-F9E00CD451E9}">
      <dgm:prSet/>
      <dgm:spPr/>
      <dgm:t>
        <a:bodyPr/>
        <a:lstStyle/>
        <a:p>
          <a:endParaRPr lang="en-US"/>
        </a:p>
      </dgm:t>
    </dgm:pt>
    <dgm:pt modelId="{8510BFBA-8E53-4A18-B52C-479A14FFEE9B}" type="sibTrans" cxnId="{109FBD7D-E4E5-41C6-B57F-F9E00CD451E9}">
      <dgm:prSet/>
      <dgm:spPr/>
      <dgm:t>
        <a:bodyPr/>
        <a:lstStyle/>
        <a:p>
          <a:endParaRPr lang="en-US"/>
        </a:p>
      </dgm:t>
    </dgm:pt>
    <dgm:pt modelId="{ECB1D6CF-2D58-4E49-9EBF-A67A27C77B98}" type="pres">
      <dgm:prSet presAssocID="{B7EB40D3-0CB3-4DE0-BAC1-04F51E37A6DE}" presName="root" presStyleCnt="0">
        <dgm:presLayoutVars>
          <dgm:dir/>
          <dgm:resizeHandles val="exact"/>
        </dgm:presLayoutVars>
      </dgm:prSet>
      <dgm:spPr/>
    </dgm:pt>
    <dgm:pt modelId="{129BDC49-0FC5-4B02-863E-C9AAA540598D}" type="pres">
      <dgm:prSet presAssocID="{99D370E1-1E74-4FDC-905B-C4077A27FBA3}" presName="compNode" presStyleCnt="0"/>
      <dgm:spPr/>
    </dgm:pt>
    <dgm:pt modelId="{06046619-56AA-417C-9DE7-D6F85D7E9B23}" type="pres">
      <dgm:prSet presAssocID="{99D370E1-1E74-4FDC-905B-C4077A27FBA3}" presName="bgRect" presStyleLbl="bgShp" presStyleIdx="0" presStyleCnt="4"/>
      <dgm:spPr/>
    </dgm:pt>
    <dgm:pt modelId="{FE6AFC18-9046-4194-9F7D-AE8242BA1898}" type="pres">
      <dgm:prSet presAssocID="{99D370E1-1E74-4FDC-905B-C4077A27FBA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C217B0F0-247D-4CCA-B658-D76DF0F32EFB}" type="pres">
      <dgm:prSet presAssocID="{99D370E1-1E74-4FDC-905B-C4077A27FBA3}" presName="spaceRect" presStyleCnt="0"/>
      <dgm:spPr/>
    </dgm:pt>
    <dgm:pt modelId="{9EFED7F1-A955-4DE8-81B2-0DAAEE2DDAF7}" type="pres">
      <dgm:prSet presAssocID="{99D370E1-1E74-4FDC-905B-C4077A27FBA3}" presName="parTx" presStyleLbl="revTx" presStyleIdx="0" presStyleCnt="4">
        <dgm:presLayoutVars>
          <dgm:chMax val="0"/>
          <dgm:chPref val="0"/>
        </dgm:presLayoutVars>
      </dgm:prSet>
      <dgm:spPr/>
    </dgm:pt>
    <dgm:pt modelId="{8FDB3B8D-61D4-48FB-A01C-BB8B50E67C36}" type="pres">
      <dgm:prSet presAssocID="{2B4ED05C-90D2-4244-B715-288E8471ABBD}" presName="sibTrans" presStyleCnt="0"/>
      <dgm:spPr/>
    </dgm:pt>
    <dgm:pt modelId="{2393F332-1AD3-4337-8A57-32A9988940F0}" type="pres">
      <dgm:prSet presAssocID="{44A35621-9D32-4015-876D-8C7FC0C5352E}" presName="compNode" presStyleCnt="0"/>
      <dgm:spPr/>
    </dgm:pt>
    <dgm:pt modelId="{78E63098-9F92-4D1B-BBC2-601A4AF92CFA}" type="pres">
      <dgm:prSet presAssocID="{44A35621-9D32-4015-876D-8C7FC0C5352E}" presName="bgRect" presStyleLbl="bgShp" presStyleIdx="1" presStyleCnt="4"/>
      <dgm:spPr/>
    </dgm:pt>
    <dgm:pt modelId="{ADCD9889-7176-4897-84CF-54D7065D1645}" type="pres">
      <dgm:prSet presAssocID="{44A35621-9D32-4015-876D-8C7FC0C5352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EA4640E-9780-4A91-8AC1-5D998B113E8D}" type="pres">
      <dgm:prSet presAssocID="{44A35621-9D32-4015-876D-8C7FC0C5352E}" presName="spaceRect" presStyleCnt="0"/>
      <dgm:spPr/>
    </dgm:pt>
    <dgm:pt modelId="{4409171E-1EF4-4624-A3F9-A31A2F397932}" type="pres">
      <dgm:prSet presAssocID="{44A35621-9D32-4015-876D-8C7FC0C5352E}" presName="parTx" presStyleLbl="revTx" presStyleIdx="1" presStyleCnt="4">
        <dgm:presLayoutVars>
          <dgm:chMax val="0"/>
          <dgm:chPref val="0"/>
        </dgm:presLayoutVars>
      </dgm:prSet>
      <dgm:spPr/>
    </dgm:pt>
    <dgm:pt modelId="{1D55D8BD-FDA3-4B13-A56E-D54E4B12EA20}" type="pres">
      <dgm:prSet presAssocID="{DD76E004-D64A-4315-9E46-440DC6F0929C}" presName="sibTrans" presStyleCnt="0"/>
      <dgm:spPr/>
    </dgm:pt>
    <dgm:pt modelId="{1095F00E-59AF-4AE7-8199-341BAAD8C170}" type="pres">
      <dgm:prSet presAssocID="{A90BB4D6-FE8E-4A24-8299-D8F3F0BCB663}" presName="compNode" presStyleCnt="0"/>
      <dgm:spPr/>
    </dgm:pt>
    <dgm:pt modelId="{5CA84BA5-65CE-4D45-9358-476CB3DD1A04}" type="pres">
      <dgm:prSet presAssocID="{A90BB4D6-FE8E-4A24-8299-D8F3F0BCB663}" presName="bgRect" presStyleLbl="bgShp" presStyleIdx="2" presStyleCnt="4"/>
      <dgm:spPr/>
    </dgm:pt>
    <dgm:pt modelId="{DD57C775-DBC6-4A95-88B6-53E810DBE816}" type="pres">
      <dgm:prSet presAssocID="{A90BB4D6-FE8E-4A24-8299-D8F3F0BCB66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0266592-EE1F-4E5A-8034-F2FBAA462A75}" type="pres">
      <dgm:prSet presAssocID="{A90BB4D6-FE8E-4A24-8299-D8F3F0BCB663}" presName="spaceRect" presStyleCnt="0"/>
      <dgm:spPr/>
    </dgm:pt>
    <dgm:pt modelId="{29CF1604-5207-4A24-822C-7FDCA1DC00A7}" type="pres">
      <dgm:prSet presAssocID="{A90BB4D6-FE8E-4A24-8299-D8F3F0BCB663}" presName="parTx" presStyleLbl="revTx" presStyleIdx="2" presStyleCnt="4">
        <dgm:presLayoutVars>
          <dgm:chMax val="0"/>
          <dgm:chPref val="0"/>
        </dgm:presLayoutVars>
      </dgm:prSet>
      <dgm:spPr/>
    </dgm:pt>
    <dgm:pt modelId="{928C747E-E12F-47F7-931F-AE313D12E20F}" type="pres">
      <dgm:prSet presAssocID="{4269DB3F-6613-45E4-A6D9-479A42192922}" presName="sibTrans" presStyleCnt="0"/>
      <dgm:spPr/>
    </dgm:pt>
    <dgm:pt modelId="{7EA52682-3353-4A86-A1B6-C7A1C399C7EB}" type="pres">
      <dgm:prSet presAssocID="{B9DDA188-DC25-4EF0-9EDD-EB87083F3723}" presName="compNode" presStyleCnt="0"/>
      <dgm:spPr/>
    </dgm:pt>
    <dgm:pt modelId="{0538B0EE-8021-43BB-B009-FBBE71A7BC46}" type="pres">
      <dgm:prSet presAssocID="{B9DDA188-DC25-4EF0-9EDD-EB87083F3723}" presName="bgRect" presStyleLbl="bgShp" presStyleIdx="3" presStyleCnt="4"/>
      <dgm:spPr/>
    </dgm:pt>
    <dgm:pt modelId="{C5139744-5EFB-424A-818E-6CAE7FB30843}" type="pres">
      <dgm:prSet presAssocID="{B9DDA188-DC25-4EF0-9EDD-EB87083F37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E5D243D-A7BD-4D81-BE4C-67684AA197CA}" type="pres">
      <dgm:prSet presAssocID="{B9DDA188-DC25-4EF0-9EDD-EB87083F3723}" presName="spaceRect" presStyleCnt="0"/>
      <dgm:spPr/>
    </dgm:pt>
    <dgm:pt modelId="{F5521A89-1ED5-4C32-A2F5-9CA516B6418D}" type="pres">
      <dgm:prSet presAssocID="{B9DDA188-DC25-4EF0-9EDD-EB87083F372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26BC003-F87F-4425-8E9E-9E62E1049B24}" type="presOf" srcId="{44A35621-9D32-4015-876D-8C7FC0C5352E}" destId="{4409171E-1EF4-4624-A3F9-A31A2F397932}" srcOrd="0" destOrd="0" presId="urn:microsoft.com/office/officeart/2018/2/layout/IconVerticalSolidList"/>
    <dgm:cxn modelId="{A5F57E13-9417-4670-9474-2CE4E4345AC0}" type="presOf" srcId="{B7EB40D3-0CB3-4DE0-BAC1-04F51E37A6DE}" destId="{ECB1D6CF-2D58-4E49-9EBF-A67A27C77B98}" srcOrd="0" destOrd="0" presId="urn:microsoft.com/office/officeart/2018/2/layout/IconVerticalSolidList"/>
    <dgm:cxn modelId="{B0E6EE36-BEFD-4643-85ED-74E57A9BFDF4}" srcId="{B7EB40D3-0CB3-4DE0-BAC1-04F51E37A6DE}" destId="{44A35621-9D32-4015-876D-8C7FC0C5352E}" srcOrd="1" destOrd="0" parTransId="{6ADE5D98-6BEF-4E1A-8C14-EC725212C917}" sibTransId="{DD76E004-D64A-4315-9E46-440DC6F0929C}"/>
    <dgm:cxn modelId="{BFE2D238-17BC-4AC8-86B1-9844480F9FB9}" type="presOf" srcId="{99D370E1-1E74-4FDC-905B-C4077A27FBA3}" destId="{9EFED7F1-A955-4DE8-81B2-0DAAEE2DDAF7}" srcOrd="0" destOrd="0" presId="urn:microsoft.com/office/officeart/2018/2/layout/IconVerticalSolidList"/>
    <dgm:cxn modelId="{109FBD7D-E4E5-41C6-B57F-F9E00CD451E9}" srcId="{B7EB40D3-0CB3-4DE0-BAC1-04F51E37A6DE}" destId="{B9DDA188-DC25-4EF0-9EDD-EB87083F3723}" srcOrd="3" destOrd="0" parTransId="{63A713A1-A925-45B9-8C67-D218A317E134}" sibTransId="{8510BFBA-8E53-4A18-B52C-479A14FFEE9B}"/>
    <dgm:cxn modelId="{3669C084-36B8-4860-9D51-4AF0A3C1CDEC}" srcId="{B7EB40D3-0CB3-4DE0-BAC1-04F51E37A6DE}" destId="{99D370E1-1E74-4FDC-905B-C4077A27FBA3}" srcOrd="0" destOrd="0" parTransId="{77111014-E129-414B-A356-7E590A08BA1E}" sibTransId="{2B4ED05C-90D2-4244-B715-288E8471ABBD}"/>
    <dgm:cxn modelId="{D46554AE-21A8-4321-A60D-7699D5DA5069}" type="presOf" srcId="{A90BB4D6-FE8E-4A24-8299-D8F3F0BCB663}" destId="{29CF1604-5207-4A24-822C-7FDCA1DC00A7}" srcOrd="0" destOrd="0" presId="urn:microsoft.com/office/officeart/2018/2/layout/IconVerticalSolidList"/>
    <dgm:cxn modelId="{B72E73C3-E7C6-4958-9A75-ED513F9D6F07}" type="presOf" srcId="{B9DDA188-DC25-4EF0-9EDD-EB87083F3723}" destId="{F5521A89-1ED5-4C32-A2F5-9CA516B6418D}" srcOrd="0" destOrd="0" presId="urn:microsoft.com/office/officeart/2018/2/layout/IconVerticalSolidList"/>
    <dgm:cxn modelId="{0D7FF8C4-EF70-45C7-AC91-2891A40C8FFD}" srcId="{B7EB40D3-0CB3-4DE0-BAC1-04F51E37A6DE}" destId="{A90BB4D6-FE8E-4A24-8299-D8F3F0BCB663}" srcOrd="2" destOrd="0" parTransId="{AB6BADB0-0755-4907-BFE3-24B9BFB40BB1}" sibTransId="{4269DB3F-6613-45E4-A6D9-479A42192922}"/>
    <dgm:cxn modelId="{1F81CD6B-26AD-49EF-A25E-0BAA9A3FD43F}" type="presParOf" srcId="{ECB1D6CF-2D58-4E49-9EBF-A67A27C77B98}" destId="{129BDC49-0FC5-4B02-863E-C9AAA540598D}" srcOrd="0" destOrd="0" presId="urn:microsoft.com/office/officeart/2018/2/layout/IconVerticalSolidList"/>
    <dgm:cxn modelId="{8153209B-8229-4ACC-BAFC-0D0AA18AD471}" type="presParOf" srcId="{129BDC49-0FC5-4B02-863E-C9AAA540598D}" destId="{06046619-56AA-417C-9DE7-D6F85D7E9B23}" srcOrd="0" destOrd="0" presId="urn:microsoft.com/office/officeart/2018/2/layout/IconVerticalSolidList"/>
    <dgm:cxn modelId="{46E0C27B-454F-444A-B9BB-95E01AE07AD2}" type="presParOf" srcId="{129BDC49-0FC5-4B02-863E-C9AAA540598D}" destId="{FE6AFC18-9046-4194-9F7D-AE8242BA1898}" srcOrd="1" destOrd="0" presId="urn:microsoft.com/office/officeart/2018/2/layout/IconVerticalSolidList"/>
    <dgm:cxn modelId="{2E8BCEB5-E247-499C-A4F3-713EDB8226B8}" type="presParOf" srcId="{129BDC49-0FC5-4B02-863E-C9AAA540598D}" destId="{C217B0F0-247D-4CCA-B658-D76DF0F32EFB}" srcOrd="2" destOrd="0" presId="urn:microsoft.com/office/officeart/2018/2/layout/IconVerticalSolidList"/>
    <dgm:cxn modelId="{BF9BA9B7-18A8-4D68-B201-0AD823C97AB4}" type="presParOf" srcId="{129BDC49-0FC5-4B02-863E-C9AAA540598D}" destId="{9EFED7F1-A955-4DE8-81B2-0DAAEE2DDAF7}" srcOrd="3" destOrd="0" presId="urn:microsoft.com/office/officeart/2018/2/layout/IconVerticalSolidList"/>
    <dgm:cxn modelId="{F6F02F10-7546-44B0-A1E7-4F5B3A4FF370}" type="presParOf" srcId="{ECB1D6CF-2D58-4E49-9EBF-A67A27C77B98}" destId="{8FDB3B8D-61D4-48FB-A01C-BB8B50E67C36}" srcOrd="1" destOrd="0" presId="urn:microsoft.com/office/officeart/2018/2/layout/IconVerticalSolidList"/>
    <dgm:cxn modelId="{C2EF1D91-159B-4376-9704-1F2E07A7020F}" type="presParOf" srcId="{ECB1D6CF-2D58-4E49-9EBF-A67A27C77B98}" destId="{2393F332-1AD3-4337-8A57-32A9988940F0}" srcOrd="2" destOrd="0" presId="urn:microsoft.com/office/officeart/2018/2/layout/IconVerticalSolidList"/>
    <dgm:cxn modelId="{57230947-E672-4A85-8E06-16ADE91DF631}" type="presParOf" srcId="{2393F332-1AD3-4337-8A57-32A9988940F0}" destId="{78E63098-9F92-4D1B-BBC2-601A4AF92CFA}" srcOrd="0" destOrd="0" presId="urn:microsoft.com/office/officeart/2018/2/layout/IconVerticalSolidList"/>
    <dgm:cxn modelId="{9CD7B4DB-13D8-486F-9D71-0E18D5590F0F}" type="presParOf" srcId="{2393F332-1AD3-4337-8A57-32A9988940F0}" destId="{ADCD9889-7176-4897-84CF-54D7065D1645}" srcOrd="1" destOrd="0" presId="urn:microsoft.com/office/officeart/2018/2/layout/IconVerticalSolidList"/>
    <dgm:cxn modelId="{B692DA51-D506-4822-BDF0-1A91C928B117}" type="presParOf" srcId="{2393F332-1AD3-4337-8A57-32A9988940F0}" destId="{5EA4640E-9780-4A91-8AC1-5D998B113E8D}" srcOrd="2" destOrd="0" presId="urn:microsoft.com/office/officeart/2018/2/layout/IconVerticalSolidList"/>
    <dgm:cxn modelId="{9C62346C-F531-42F4-A903-C37FD68332F6}" type="presParOf" srcId="{2393F332-1AD3-4337-8A57-32A9988940F0}" destId="{4409171E-1EF4-4624-A3F9-A31A2F397932}" srcOrd="3" destOrd="0" presId="urn:microsoft.com/office/officeart/2018/2/layout/IconVerticalSolidList"/>
    <dgm:cxn modelId="{6FB1FFD8-5B92-432E-A7B3-1BA72D5CC09B}" type="presParOf" srcId="{ECB1D6CF-2D58-4E49-9EBF-A67A27C77B98}" destId="{1D55D8BD-FDA3-4B13-A56E-D54E4B12EA20}" srcOrd="3" destOrd="0" presId="urn:microsoft.com/office/officeart/2018/2/layout/IconVerticalSolidList"/>
    <dgm:cxn modelId="{32CDB681-4C85-47D1-ABCD-46A0FABD3AFF}" type="presParOf" srcId="{ECB1D6CF-2D58-4E49-9EBF-A67A27C77B98}" destId="{1095F00E-59AF-4AE7-8199-341BAAD8C170}" srcOrd="4" destOrd="0" presId="urn:microsoft.com/office/officeart/2018/2/layout/IconVerticalSolidList"/>
    <dgm:cxn modelId="{AA5F8BEE-33C8-4E30-B3C1-85C2E9045B90}" type="presParOf" srcId="{1095F00E-59AF-4AE7-8199-341BAAD8C170}" destId="{5CA84BA5-65CE-4D45-9358-476CB3DD1A04}" srcOrd="0" destOrd="0" presId="urn:microsoft.com/office/officeart/2018/2/layout/IconVerticalSolidList"/>
    <dgm:cxn modelId="{37511DFE-9C1F-4075-B11E-D8D2755BF35D}" type="presParOf" srcId="{1095F00E-59AF-4AE7-8199-341BAAD8C170}" destId="{DD57C775-DBC6-4A95-88B6-53E810DBE816}" srcOrd="1" destOrd="0" presId="urn:microsoft.com/office/officeart/2018/2/layout/IconVerticalSolidList"/>
    <dgm:cxn modelId="{8652A2D2-BEE8-46E2-9FE8-894C8B5CDADF}" type="presParOf" srcId="{1095F00E-59AF-4AE7-8199-341BAAD8C170}" destId="{00266592-EE1F-4E5A-8034-F2FBAA462A75}" srcOrd="2" destOrd="0" presId="urn:microsoft.com/office/officeart/2018/2/layout/IconVerticalSolidList"/>
    <dgm:cxn modelId="{0587E35B-1154-4306-83FC-FB01D8CEC5E0}" type="presParOf" srcId="{1095F00E-59AF-4AE7-8199-341BAAD8C170}" destId="{29CF1604-5207-4A24-822C-7FDCA1DC00A7}" srcOrd="3" destOrd="0" presId="urn:microsoft.com/office/officeart/2018/2/layout/IconVerticalSolidList"/>
    <dgm:cxn modelId="{93858A2D-F1F7-40C5-BD91-1FC7AF5A9D79}" type="presParOf" srcId="{ECB1D6CF-2D58-4E49-9EBF-A67A27C77B98}" destId="{928C747E-E12F-47F7-931F-AE313D12E20F}" srcOrd="5" destOrd="0" presId="urn:microsoft.com/office/officeart/2018/2/layout/IconVerticalSolidList"/>
    <dgm:cxn modelId="{E3EDB8BB-2FEB-46A4-A24F-DAC153FB8C19}" type="presParOf" srcId="{ECB1D6CF-2D58-4E49-9EBF-A67A27C77B98}" destId="{7EA52682-3353-4A86-A1B6-C7A1C399C7EB}" srcOrd="6" destOrd="0" presId="urn:microsoft.com/office/officeart/2018/2/layout/IconVerticalSolidList"/>
    <dgm:cxn modelId="{3210F303-32A3-4529-9F43-56BBE99A2ADB}" type="presParOf" srcId="{7EA52682-3353-4A86-A1B6-C7A1C399C7EB}" destId="{0538B0EE-8021-43BB-B009-FBBE71A7BC46}" srcOrd="0" destOrd="0" presId="urn:microsoft.com/office/officeart/2018/2/layout/IconVerticalSolidList"/>
    <dgm:cxn modelId="{30990D88-561D-4455-B4B6-96B8F0A903B2}" type="presParOf" srcId="{7EA52682-3353-4A86-A1B6-C7A1C399C7EB}" destId="{C5139744-5EFB-424A-818E-6CAE7FB30843}" srcOrd="1" destOrd="0" presId="urn:microsoft.com/office/officeart/2018/2/layout/IconVerticalSolidList"/>
    <dgm:cxn modelId="{935CC916-A0A0-4904-BAC7-4A27131057C3}" type="presParOf" srcId="{7EA52682-3353-4A86-A1B6-C7A1C399C7EB}" destId="{BE5D243D-A7BD-4D81-BE4C-67684AA197CA}" srcOrd="2" destOrd="0" presId="urn:microsoft.com/office/officeart/2018/2/layout/IconVerticalSolidList"/>
    <dgm:cxn modelId="{AC1F2BCE-CCA5-4EDA-ADA0-7C614A5B22E1}" type="presParOf" srcId="{7EA52682-3353-4A86-A1B6-C7A1C399C7EB}" destId="{F5521A89-1ED5-4C32-A2F5-9CA516B641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2F7E5C-2F5A-41AC-A93F-BC7F2322416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2109045-2D8A-4E1B-880E-1709823C018D}">
      <dgm:prSet/>
      <dgm:spPr/>
      <dgm:t>
        <a:bodyPr/>
        <a:lstStyle/>
        <a:p>
          <a:pPr>
            <a:defRPr cap="all"/>
          </a:pPr>
          <a:r>
            <a:rPr lang="en-US" b="1" i="0" baseline="0"/>
            <a:t>Boosted Engagement</a:t>
          </a:r>
          <a:r>
            <a:rPr lang="en-US" b="0" i="0" baseline="0"/>
            <a:t> (XP, badges, streaks)</a:t>
          </a:r>
          <a:endParaRPr lang="en-US"/>
        </a:p>
      </dgm:t>
    </dgm:pt>
    <dgm:pt modelId="{173945C7-014F-4091-BF79-EED7E18DD7DE}" type="parTrans" cxnId="{EBC1C8FC-A964-4141-B55B-23335C85416F}">
      <dgm:prSet/>
      <dgm:spPr/>
      <dgm:t>
        <a:bodyPr/>
        <a:lstStyle/>
        <a:p>
          <a:endParaRPr lang="en-US"/>
        </a:p>
      </dgm:t>
    </dgm:pt>
    <dgm:pt modelId="{7668EDBC-4B20-4976-8036-3F974AC0BEB4}" type="sibTrans" cxnId="{EBC1C8FC-A964-4141-B55B-23335C85416F}">
      <dgm:prSet/>
      <dgm:spPr/>
      <dgm:t>
        <a:bodyPr/>
        <a:lstStyle/>
        <a:p>
          <a:endParaRPr lang="en-US"/>
        </a:p>
      </dgm:t>
    </dgm:pt>
    <dgm:pt modelId="{9E14CB33-CBC9-4E1D-8D97-9B92AE56836C}">
      <dgm:prSet/>
      <dgm:spPr/>
      <dgm:t>
        <a:bodyPr/>
        <a:lstStyle/>
        <a:p>
          <a:pPr>
            <a:defRPr cap="all"/>
          </a:pPr>
          <a:r>
            <a:rPr lang="en-US" b="1" i="0" baseline="0"/>
            <a:t>Better Retention</a:t>
          </a:r>
          <a:r>
            <a:rPr lang="en-US" b="0" i="0" baseline="0"/>
            <a:t> via micro-challenges</a:t>
          </a:r>
          <a:endParaRPr lang="en-US"/>
        </a:p>
      </dgm:t>
    </dgm:pt>
    <dgm:pt modelId="{2A1B93F7-08A2-4730-8370-C095F4108CA4}" type="parTrans" cxnId="{7F8CF10D-D668-4A21-82A1-74F7A38235A3}">
      <dgm:prSet/>
      <dgm:spPr/>
      <dgm:t>
        <a:bodyPr/>
        <a:lstStyle/>
        <a:p>
          <a:endParaRPr lang="en-US"/>
        </a:p>
      </dgm:t>
    </dgm:pt>
    <dgm:pt modelId="{41CE2A2A-7BA6-4093-BECB-83FFA650BE3B}" type="sibTrans" cxnId="{7F8CF10D-D668-4A21-82A1-74F7A38235A3}">
      <dgm:prSet/>
      <dgm:spPr/>
      <dgm:t>
        <a:bodyPr/>
        <a:lstStyle/>
        <a:p>
          <a:endParaRPr lang="en-US"/>
        </a:p>
      </dgm:t>
    </dgm:pt>
    <dgm:pt modelId="{8296E9EB-19C1-4B0E-A335-988A179AC15D}">
      <dgm:prSet/>
      <dgm:spPr/>
      <dgm:t>
        <a:bodyPr/>
        <a:lstStyle/>
        <a:p>
          <a:pPr>
            <a:defRPr cap="all"/>
          </a:pPr>
          <a:r>
            <a:rPr lang="en-US" b="1" i="0" baseline="0"/>
            <a:t>Functional Prototype</a:t>
          </a:r>
          <a:endParaRPr lang="en-US"/>
        </a:p>
      </dgm:t>
    </dgm:pt>
    <dgm:pt modelId="{9783C1C1-62CB-46E2-B4E3-73775066A777}" type="parTrans" cxnId="{F0D18D70-B956-43DF-B62D-9A4D3EDA38B3}">
      <dgm:prSet/>
      <dgm:spPr/>
      <dgm:t>
        <a:bodyPr/>
        <a:lstStyle/>
        <a:p>
          <a:endParaRPr lang="en-US"/>
        </a:p>
      </dgm:t>
    </dgm:pt>
    <dgm:pt modelId="{52321A07-D5B7-4417-8B21-B20B5CC00343}" type="sibTrans" cxnId="{F0D18D70-B956-43DF-B62D-9A4D3EDA38B3}">
      <dgm:prSet/>
      <dgm:spPr/>
      <dgm:t>
        <a:bodyPr/>
        <a:lstStyle/>
        <a:p>
          <a:endParaRPr lang="en-US"/>
        </a:p>
      </dgm:t>
    </dgm:pt>
    <dgm:pt modelId="{13E14FC5-46F4-487C-AC71-0B8E3C011252}" type="pres">
      <dgm:prSet presAssocID="{F72F7E5C-2F5A-41AC-A93F-BC7F23224163}" presName="root" presStyleCnt="0">
        <dgm:presLayoutVars>
          <dgm:dir/>
          <dgm:resizeHandles val="exact"/>
        </dgm:presLayoutVars>
      </dgm:prSet>
      <dgm:spPr/>
    </dgm:pt>
    <dgm:pt modelId="{F9ED3CF1-1014-4333-A3D3-4789AE6BD6AB}" type="pres">
      <dgm:prSet presAssocID="{32109045-2D8A-4E1B-880E-1709823C018D}" presName="compNode" presStyleCnt="0"/>
      <dgm:spPr/>
    </dgm:pt>
    <dgm:pt modelId="{F2F97B7B-7380-4101-BBA1-D73CCD06F04F}" type="pres">
      <dgm:prSet presAssocID="{32109045-2D8A-4E1B-880E-1709823C018D}" presName="iconBgRect" presStyleLbl="bgShp" presStyleIdx="0" presStyleCnt="3"/>
      <dgm:spPr/>
    </dgm:pt>
    <dgm:pt modelId="{D35FC90A-938A-4616-A732-F24DA5C11B87}" type="pres">
      <dgm:prSet presAssocID="{32109045-2D8A-4E1B-880E-1709823C01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2F719054-92C7-4D99-A67D-51115E458611}" type="pres">
      <dgm:prSet presAssocID="{32109045-2D8A-4E1B-880E-1709823C018D}" presName="spaceRect" presStyleCnt="0"/>
      <dgm:spPr/>
    </dgm:pt>
    <dgm:pt modelId="{6DE45AAA-5633-4E0B-A09E-4A9ECDD0BBC9}" type="pres">
      <dgm:prSet presAssocID="{32109045-2D8A-4E1B-880E-1709823C018D}" presName="textRect" presStyleLbl="revTx" presStyleIdx="0" presStyleCnt="3">
        <dgm:presLayoutVars>
          <dgm:chMax val="1"/>
          <dgm:chPref val="1"/>
        </dgm:presLayoutVars>
      </dgm:prSet>
      <dgm:spPr/>
    </dgm:pt>
    <dgm:pt modelId="{A7A930FC-BD4D-44E1-BF7D-9CF3715A978A}" type="pres">
      <dgm:prSet presAssocID="{7668EDBC-4B20-4976-8036-3F974AC0BEB4}" presName="sibTrans" presStyleCnt="0"/>
      <dgm:spPr/>
    </dgm:pt>
    <dgm:pt modelId="{7E212D31-B895-45B7-A854-49B081B5D4F2}" type="pres">
      <dgm:prSet presAssocID="{9E14CB33-CBC9-4E1D-8D97-9B92AE56836C}" presName="compNode" presStyleCnt="0"/>
      <dgm:spPr/>
    </dgm:pt>
    <dgm:pt modelId="{2C60EE4A-F763-4738-8F6B-CC73CC2ACEAE}" type="pres">
      <dgm:prSet presAssocID="{9E14CB33-CBC9-4E1D-8D97-9B92AE56836C}" presName="iconBgRect" presStyleLbl="bgShp" presStyleIdx="1" presStyleCnt="3"/>
      <dgm:spPr/>
    </dgm:pt>
    <dgm:pt modelId="{295167AE-A3E5-4936-B6AA-12F80DB29C83}" type="pres">
      <dgm:prSet presAssocID="{9E14CB33-CBC9-4E1D-8D97-9B92AE56836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64F1170-B080-419C-8620-D928D2C1661A}" type="pres">
      <dgm:prSet presAssocID="{9E14CB33-CBC9-4E1D-8D97-9B92AE56836C}" presName="spaceRect" presStyleCnt="0"/>
      <dgm:spPr/>
    </dgm:pt>
    <dgm:pt modelId="{23F23F5C-BEA7-45D2-8564-D05816912858}" type="pres">
      <dgm:prSet presAssocID="{9E14CB33-CBC9-4E1D-8D97-9B92AE56836C}" presName="textRect" presStyleLbl="revTx" presStyleIdx="1" presStyleCnt="3">
        <dgm:presLayoutVars>
          <dgm:chMax val="1"/>
          <dgm:chPref val="1"/>
        </dgm:presLayoutVars>
      </dgm:prSet>
      <dgm:spPr/>
    </dgm:pt>
    <dgm:pt modelId="{40E96741-4658-4930-8637-909B3E7D76AE}" type="pres">
      <dgm:prSet presAssocID="{41CE2A2A-7BA6-4093-BECB-83FFA650BE3B}" presName="sibTrans" presStyleCnt="0"/>
      <dgm:spPr/>
    </dgm:pt>
    <dgm:pt modelId="{C0BD8280-81DE-4261-9805-F5E4FD2B24AA}" type="pres">
      <dgm:prSet presAssocID="{8296E9EB-19C1-4B0E-A335-988A179AC15D}" presName="compNode" presStyleCnt="0"/>
      <dgm:spPr/>
    </dgm:pt>
    <dgm:pt modelId="{82717E68-9410-4210-A14E-2F864EF34091}" type="pres">
      <dgm:prSet presAssocID="{8296E9EB-19C1-4B0E-A335-988A179AC15D}" presName="iconBgRect" presStyleLbl="bgShp" presStyleIdx="2" presStyleCnt="3"/>
      <dgm:spPr/>
    </dgm:pt>
    <dgm:pt modelId="{43BF96F6-BB80-4B55-98B2-E5F41C1D4C3D}" type="pres">
      <dgm:prSet presAssocID="{8296E9EB-19C1-4B0E-A335-988A179AC1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09BE8A4-9101-4B2E-9B00-E62CB9068C83}" type="pres">
      <dgm:prSet presAssocID="{8296E9EB-19C1-4B0E-A335-988A179AC15D}" presName="spaceRect" presStyleCnt="0"/>
      <dgm:spPr/>
    </dgm:pt>
    <dgm:pt modelId="{5832C05C-BBA8-454B-A75C-D4F432F33136}" type="pres">
      <dgm:prSet presAssocID="{8296E9EB-19C1-4B0E-A335-988A179AC15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40FC70D-96B9-49A1-AE09-82A592DC870F}" type="presOf" srcId="{32109045-2D8A-4E1B-880E-1709823C018D}" destId="{6DE45AAA-5633-4E0B-A09E-4A9ECDD0BBC9}" srcOrd="0" destOrd="0" presId="urn:microsoft.com/office/officeart/2018/5/layout/IconCircleLabelList"/>
    <dgm:cxn modelId="{7F8CF10D-D668-4A21-82A1-74F7A38235A3}" srcId="{F72F7E5C-2F5A-41AC-A93F-BC7F23224163}" destId="{9E14CB33-CBC9-4E1D-8D97-9B92AE56836C}" srcOrd="1" destOrd="0" parTransId="{2A1B93F7-08A2-4730-8370-C095F4108CA4}" sibTransId="{41CE2A2A-7BA6-4093-BECB-83FFA650BE3B}"/>
    <dgm:cxn modelId="{F1391661-B95C-404F-8C37-563C4A81CCDE}" type="presOf" srcId="{F72F7E5C-2F5A-41AC-A93F-BC7F23224163}" destId="{13E14FC5-46F4-487C-AC71-0B8E3C011252}" srcOrd="0" destOrd="0" presId="urn:microsoft.com/office/officeart/2018/5/layout/IconCircleLabelList"/>
    <dgm:cxn modelId="{F0D18D70-B956-43DF-B62D-9A4D3EDA38B3}" srcId="{F72F7E5C-2F5A-41AC-A93F-BC7F23224163}" destId="{8296E9EB-19C1-4B0E-A335-988A179AC15D}" srcOrd="2" destOrd="0" parTransId="{9783C1C1-62CB-46E2-B4E3-73775066A777}" sibTransId="{52321A07-D5B7-4417-8B21-B20B5CC00343}"/>
    <dgm:cxn modelId="{0314C07B-96D7-492F-B7FE-5B3C5B5B43EC}" type="presOf" srcId="{9E14CB33-CBC9-4E1D-8D97-9B92AE56836C}" destId="{23F23F5C-BEA7-45D2-8564-D05816912858}" srcOrd="0" destOrd="0" presId="urn:microsoft.com/office/officeart/2018/5/layout/IconCircleLabelList"/>
    <dgm:cxn modelId="{3EDCC8A9-2479-45AA-8467-E5555B03F9EE}" type="presOf" srcId="{8296E9EB-19C1-4B0E-A335-988A179AC15D}" destId="{5832C05C-BBA8-454B-A75C-D4F432F33136}" srcOrd="0" destOrd="0" presId="urn:microsoft.com/office/officeart/2018/5/layout/IconCircleLabelList"/>
    <dgm:cxn modelId="{EBC1C8FC-A964-4141-B55B-23335C85416F}" srcId="{F72F7E5C-2F5A-41AC-A93F-BC7F23224163}" destId="{32109045-2D8A-4E1B-880E-1709823C018D}" srcOrd="0" destOrd="0" parTransId="{173945C7-014F-4091-BF79-EED7E18DD7DE}" sibTransId="{7668EDBC-4B20-4976-8036-3F974AC0BEB4}"/>
    <dgm:cxn modelId="{5CCD8A92-6CF4-4A70-A572-458490721663}" type="presParOf" srcId="{13E14FC5-46F4-487C-AC71-0B8E3C011252}" destId="{F9ED3CF1-1014-4333-A3D3-4789AE6BD6AB}" srcOrd="0" destOrd="0" presId="urn:microsoft.com/office/officeart/2018/5/layout/IconCircleLabelList"/>
    <dgm:cxn modelId="{13D3D3CD-2D6C-4ADA-AA45-BD4D0672C0AE}" type="presParOf" srcId="{F9ED3CF1-1014-4333-A3D3-4789AE6BD6AB}" destId="{F2F97B7B-7380-4101-BBA1-D73CCD06F04F}" srcOrd="0" destOrd="0" presId="urn:microsoft.com/office/officeart/2018/5/layout/IconCircleLabelList"/>
    <dgm:cxn modelId="{F38332D3-27E0-4C13-96E8-DA3156A0B14F}" type="presParOf" srcId="{F9ED3CF1-1014-4333-A3D3-4789AE6BD6AB}" destId="{D35FC90A-938A-4616-A732-F24DA5C11B87}" srcOrd="1" destOrd="0" presId="urn:microsoft.com/office/officeart/2018/5/layout/IconCircleLabelList"/>
    <dgm:cxn modelId="{C663725F-4A76-419F-A8DA-72C1BADDF5E4}" type="presParOf" srcId="{F9ED3CF1-1014-4333-A3D3-4789AE6BD6AB}" destId="{2F719054-92C7-4D99-A67D-51115E458611}" srcOrd="2" destOrd="0" presId="urn:microsoft.com/office/officeart/2018/5/layout/IconCircleLabelList"/>
    <dgm:cxn modelId="{DC1728D6-34AD-419F-ABDF-86CD4CB21966}" type="presParOf" srcId="{F9ED3CF1-1014-4333-A3D3-4789AE6BD6AB}" destId="{6DE45AAA-5633-4E0B-A09E-4A9ECDD0BBC9}" srcOrd="3" destOrd="0" presId="urn:microsoft.com/office/officeart/2018/5/layout/IconCircleLabelList"/>
    <dgm:cxn modelId="{01D88274-0357-4042-BF2E-6A88A196C149}" type="presParOf" srcId="{13E14FC5-46F4-487C-AC71-0B8E3C011252}" destId="{A7A930FC-BD4D-44E1-BF7D-9CF3715A978A}" srcOrd="1" destOrd="0" presId="urn:microsoft.com/office/officeart/2018/5/layout/IconCircleLabelList"/>
    <dgm:cxn modelId="{B7DB46CA-BD7D-4F2D-8948-4153D6D609FD}" type="presParOf" srcId="{13E14FC5-46F4-487C-AC71-0B8E3C011252}" destId="{7E212D31-B895-45B7-A854-49B081B5D4F2}" srcOrd="2" destOrd="0" presId="urn:microsoft.com/office/officeart/2018/5/layout/IconCircleLabelList"/>
    <dgm:cxn modelId="{51C5752C-D387-403C-AD96-0FD5734F2B7D}" type="presParOf" srcId="{7E212D31-B895-45B7-A854-49B081B5D4F2}" destId="{2C60EE4A-F763-4738-8F6B-CC73CC2ACEAE}" srcOrd="0" destOrd="0" presId="urn:microsoft.com/office/officeart/2018/5/layout/IconCircleLabelList"/>
    <dgm:cxn modelId="{A85F4C1B-A1CA-4271-A645-172172F4A32F}" type="presParOf" srcId="{7E212D31-B895-45B7-A854-49B081B5D4F2}" destId="{295167AE-A3E5-4936-B6AA-12F80DB29C83}" srcOrd="1" destOrd="0" presId="urn:microsoft.com/office/officeart/2018/5/layout/IconCircleLabelList"/>
    <dgm:cxn modelId="{6449AF1C-B3EE-494A-ABE9-15CE1DE98CFE}" type="presParOf" srcId="{7E212D31-B895-45B7-A854-49B081B5D4F2}" destId="{764F1170-B080-419C-8620-D928D2C1661A}" srcOrd="2" destOrd="0" presId="urn:microsoft.com/office/officeart/2018/5/layout/IconCircleLabelList"/>
    <dgm:cxn modelId="{E7A3D337-389D-42F3-9FFF-65D704CC1D39}" type="presParOf" srcId="{7E212D31-B895-45B7-A854-49B081B5D4F2}" destId="{23F23F5C-BEA7-45D2-8564-D05816912858}" srcOrd="3" destOrd="0" presId="urn:microsoft.com/office/officeart/2018/5/layout/IconCircleLabelList"/>
    <dgm:cxn modelId="{1CB1FF54-1392-4194-9113-D3D858583860}" type="presParOf" srcId="{13E14FC5-46F4-487C-AC71-0B8E3C011252}" destId="{40E96741-4658-4930-8637-909B3E7D76AE}" srcOrd="3" destOrd="0" presId="urn:microsoft.com/office/officeart/2018/5/layout/IconCircleLabelList"/>
    <dgm:cxn modelId="{7BF3C6C3-B138-4DB6-8939-8C1EBA019538}" type="presParOf" srcId="{13E14FC5-46F4-487C-AC71-0B8E3C011252}" destId="{C0BD8280-81DE-4261-9805-F5E4FD2B24AA}" srcOrd="4" destOrd="0" presId="urn:microsoft.com/office/officeart/2018/5/layout/IconCircleLabelList"/>
    <dgm:cxn modelId="{1DA2D202-1931-407A-80B9-9C2D532315D0}" type="presParOf" srcId="{C0BD8280-81DE-4261-9805-F5E4FD2B24AA}" destId="{82717E68-9410-4210-A14E-2F864EF34091}" srcOrd="0" destOrd="0" presId="urn:microsoft.com/office/officeart/2018/5/layout/IconCircleLabelList"/>
    <dgm:cxn modelId="{22DA6B45-8B82-44AB-891F-9AD88BFF3BFA}" type="presParOf" srcId="{C0BD8280-81DE-4261-9805-F5E4FD2B24AA}" destId="{43BF96F6-BB80-4B55-98B2-E5F41C1D4C3D}" srcOrd="1" destOrd="0" presId="urn:microsoft.com/office/officeart/2018/5/layout/IconCircleLabelList"/>
    <dgm:cxn modelId="{F09D4D6B-D5F5-4F55-9864-1EBA31B880CD}" type="presParOf" srcId="{C0BD8280-81DE-4261-9805-F5E4FD2B24AA}" destId="{A09BE8A4-9101-4B2E-9B00-E62CB9068C83}" srcOrd="2" destOrd="0" presId="urn:microsoft.com/office/officeart/2018/5/layout/IconCircleLabelList"/>
    <dgm:cxn modelId="{57D2C0E5-1037-41F1-B0DD-0F3AA660D9D2}" type="presParOf" srcId="{C0BD8280-81DE-4261-9805-F5E4FD2B24AA}" destId="{5832C05C-BBA8-454B-A75C-D4F432F331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8342F-6E56-40D7-9CDB-7658887EA4CB}">
      <dsp:nvSpPr>
        <dsp:cNvPr id="0" name=""/>
        <dsp:cNvSpPr/>
      </dsp:nvSpPr>
      <dsp:spPr>
        <a:xfrm>
          <a:off x="2273" y="0"/>
          <a:ext cx="3526409" cy="37388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657" tIns="0" rIns="335657" bIns="33020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E-learning = flexible, but </a:t>
          </a:r>
          <a:r>
            <a:rPr lang="en-US" sz="2500" b="1" i="0" kern="1200" baseline="0" dirty="0"/>
            <a:t>low engagement &amp; retention</a:t>
          </a:r>
          <a:endParaRPr lang="en-US" sz="2500" kern="1200" dirty="0"/>
        </a:p>
      </dsp:txBody>
      <dsp:txXfrm>
        <a:off x="2273" y="1495545"/>
        <a:ext cx="3526409" cy="2243317"/>
      </dsp:txXfrm>
    </dsp:sp>
    <dsp:sp modelId="{F2723989-4478-4AFE-8026-275F88DFA1C8}">
      <dsp:nvSpPr>
        <dsp:cNvPr id="0" name=""/>
        <dsp:cNvSpPr/>
      </dsp:nvSpPr>
      <dsp:spPr>
        <a:xfrm>
          <a:off x="66429" y="0"/>
          <a:ext cx="3398097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657" tIns="165100" rIns="33565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66429" y="0"/>
        <a:ext cx="3398097" cy="1495545"/>
      </dsp:txXfrm>
    </dsp:sp>
    <dsp:sp modelId="{3C3BC8DE-8BE0-48B2-8541-8BA053C46293}">
      <dsp:nvSpPr>
        <dsp:cNvPr id="0" name=""/>
        <dsp:cNvSpPr/>
      </dsp:nvSpPr>
      <dsp:spPr>
        <a:xfrm>
          <a:off x="3800530" y="0"/>
          <a:ext cx="3418180" cy="37388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657" tIns="0" rIns="335657" bIns="33020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Micro-skills (SQL, Excel, networking) → overlooked or outdated</a:t>
          </a:r>
          <a:endParaRPr lang="en-US" sz="2500" kern="1200" dirty="0"/>
        </a:p>
      </dsp:txBody>
      <dsp:txXfrm>
        <a:off x="3800530" y="1495545"/>
        <a:ext cx="3418180" cy="2243317"/>
      </dsp:txXfrm>
    </dsp:sp>
    <dsp:sp modelId="{EBB145AC-A2E3-4E67-B2C8-E62E992DB22F}">
      <dsp:nvSpPr>
        <dsp:cNvPr id="0" name=""/>
        <dsp:cNvSpPr/>
      </dsp:nvSpPr>
      <dsp:spPr>
        <a:xfrm>
          <a:off x="3810571" y="0"/>
          <a:ext cx="3398097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657" tIns="165100" rIns="33565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810571" y="0"/>
        <a:ext cx="3398097" cy="1495545"/>
      </dsp:txXfrm>
    </dsp:sp>
    <dsp:sp modelId="{D808418A-4B47-472C-B7B4-7BEE77FB4091}">
      <dsp:nvSpPr>
        <dsp:cNvPr id="0" name=""/>
        <dsp:cNvSpPr/>
      </dsp:nvSpPr>
      <dsp:spPr>
        <a:xfrm>
          <a:off x="7490558" y="0"/>
          <a:ext cx="3398097" cy="37388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657" tIns="0" rIns="335657" bIns="33020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Platforms often miss </a:t>
          </a:r>
          <a:r>
            <a:rPr lang="en-US" sz="2500" b="1" i="0" kern="1200" baseline="0"/>
            <a:t>gamified progression + workplace relevance</a:t>
          </a:r>
          <a:endParaRPr lang="en-US" sz="2500" kern="1200"/>
        </a:p>
      </dsp:txBody>
      <dsp:txXfrm>
        <a:off x="7490558" y="1495545"/>
        <a:ext cx="3398097" cy="2243317"/>
      </dsp:txXfrm>
    </dsp:sp>
    <dsp:sp modelId="{26C48680-FC92-470C-B9AA-E52830E2659B}">
      <dsp:nvSpPr>
        <dsp:cNvPr id="0" name=""/>
        <dsp:cNvSpPr/>
      </dsp:nvSpPr>
      <dsp:spPr>
        <a:xfrm>
          <a:off x="7490558" y="0"/>
          <a:ext cx="3398097" cy="149554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5657" tIns="165100" rIns="33565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90558" y="0"/>
        <a:ext cx="3398097" cy="1495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FC378-6BD0-4F6C-989B-CEBD31B973A7}">
      <dsp:nvSpPr>
        <dsp:cNvPr id="0" name=""/>
        <dsp:cNvSpPr/>
      </dsp:nvSpPr>
      <dsp:spPr>
        <a:xfrm>
          <a:off x="722378" y="842148"/>
          <a:ext cx="1064460" cy="10644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736FE-069B-4FA7-8484-DDF1788F7777}">
      <dsp:nvSpPr>
        <dsp:cNvPr id="0" name=""/>
        <dsp:cNvSpPr/>
      </dsp:nvSpPr>
      <dsp:spPr>
        <a:xfrm>
          <a:off x="71875" y="2269349"/>
          <a:ext cx="2365468" cy="989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Web app with </a:t>
          </a:r>
          <a:r>
            <a:rPr lang="en-US" sz="1800" b="1" i="0" kern="1200" baseline="0" dirty="0"/>
            <a:t>gamification</a:t>
          </a:r>
          <a:r>
            <a:rPr lang="en-US" sz="1800" b="0" i="0" kern="1200" baseline="0" dirty="0"/>
            <a:t> (XP, badges, levels, streaks)</a:t>
          </a:r>
          <a:endParaRPr lang="en-US" sz="1800" kern="1200" dirty="0"/>
        </a:p>
      </dsp:txBody>
      <dsp:txXfrm>
        <a:off x="71875" y="2269349"/>
        <a:ext cx="2365468" cy="989758"/>
      </dsp:txXfrm>
    </dsp:sp>
    <dsp:sp modelId="{4E71611F-4FBF-46E3-AF7E-413342B82499}">
      <dsp:nvSpPr>
        <dsp:cNvPr id="0" name=""/>
        <dsp:cNvSpPr/>
      </dsp:nvSpPr>
      <dsp:spPr>
        <a:xfrm>
          <a:off x="3501804" y="842148"/>
          <a:ext cx="1064460" cy="10644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85ADB5-7F63-4806-9790-22816DE06B1F}">
      <dsp:nvSpPr>
        <dsp:cNvPr id="0" name=""/>
        <dsp:cNvSpPr/>
      </dsp:nvSpPr>
      <dsp:spPr>
        <a:xfrm>
          <a:off x="2851300" y="2269349"/>
          <a:ext cx="2365468" cy="989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Bite-sized technical skills</a:t>
          </a:r>
          <a:r>
            <a:rPr lang="en-US" sz="1800" b="0" i="0" kern="1200" baseline="0" dirty="0"/>
            <a:t> (SQL basics, Excel formulas, cybersecurity)</a:t>
          </a:r>
          <a:endParaRPr lang="en-US" sz="1800" kern="1200" dirty="0"/>
        </a:p>
      </dsp:txBody>
      <dsp:txXfrm>
        <a:off x="2851300" y="2269349"/>
        <a:ext cx="2365468" cy="989758"/>
      </dsp:txXfrm>
    </dsp:sp>
    <dsp:sp modelId="{CB881AC3-105B-4968-B15B-E4BCA0D4A02B}">
      <dsp:nvSpPr>
        <dsp:cNvPr id="0" name=""/>
        <dsp:cNvSpPr/>
      </dsp:nvSpPr>
      <dsp:spPr>
        <a:xfrm>
          <a:off x="6281229" y="842148"/>
          <a:ext cx="1064460" cy="10644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F2C3C-E3FC-4618-9628-BEDB0586F5BC}">
      <dsp:nvSpPr>
        <dsp:cNvPr id="0" name=""/>
        <dsp:cNvSpPr/>
      </dsp:nvSpPr>
      <dsp:spPr>
        <a:xfrm>
          <a:off x="5630725" y="2269349"/>
          <a:ext cx="2365468" cy="989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Animations &amp; sound</a:t>
          </a:r>
          <a:r>
            <a:rPr lang="en-US" sz="2000" b="0" i="0" kern="1200" baseline="0" dirty="0"/>
            <a:t> → engaging learning experience</a:t>
          </a:r>
          <a:endParaRPr lang="en-US" sz="2000" kern="1200" dirty="0"/>
        </a:p>
      </dsp:txBody>
      <dsp:txXfrm>
        <a:off x="5630725" y="2269349"/>
        <a:ext cx="2365468" cy="989758"/>
      </dsp:txXfrm>
    </dsp:sp>
    <dsp:sp modelId="{AA03FE0C-3170-4B01-A9AE-7F76A1BFA439}">
      <dsp:nvSpPr>
        <dsp:cNvPr id="0" name=""/>
        <dsp:cNvSpPr/>
      </dsp:nvSpPr>
      <dsp:spPr>
        <a:xfrm>
          <a:off x="9060655" y="842148"/>
          <a:ext cx="1064460" cy="10644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7C44A-3D57-40BA-9FAB-9EDB2DCAA7FE}">
      <dsp:nvSpPr>
        <dsp:cNvPr id="0" name=""/>
        <dsp:cNvSpPr/>
      </dsp:nvSpPr>
      <dsp:spPr>
        <a:xfrm>
          <a:off x="8410151" y="2269349"/>
          <a:ext cx="2365468" cy="989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Modular system</a:t>
          </a:r>
          <a:r>
            <a:rPr lang="en-US" sz="2000" b="0" i="0" kern="1200" baseline="0" dirty="0"/>
            <a:t> → easy to expand</a:t>
          </a:r>
          <a:endParaRPr lang="en-US" sz="2000" kern="1200" dirty="0"/>
        </a:p>
      </dsp:txBody>
      <dsp:txXfrm>
        <a:off x="8410151" y="2269349"/>
        <a:ext cx="2365468" cy="989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B561A-D2F6-4F1D-ADB4-9CFFF0559359}">
      <dsp:nvSpPr>
        <dsp:cNvPr id="0" name=""/>
        <dsp:cNvSpPr/>
      </dsp:nvSpPr>
      <dsp:spPr>
        <a:xfrm>
          <a:off x="0" y="0"/>
          <a:ext cx="9257289" cy="11216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 dirty="0"/>
            <a:t>Can gamification improve engagement &amp; retention?</a:t>
          </a:r>
          <a:endParaRPr lang="en-US" sz="3000" kern="1200" dirty="0"/>
        </a:p>
      </dsp:txBody>
      <dsp:txXfrm>
        <a:off x="32852" y="32852"/>
        <a:ext cx="8046931" cy="1055956"/>
      </dsp:txXfrm>
    </dsp:sp>
    <dsp:sp modelId="{EB91CA90-D7E3-442A-AB3E-F4C972A8CF2F}">
      <dsp:nvSpPr>
        <dsp:cNvPr id="0" name=""/>
        <dsp:cNvSpPr/>
      </dsp:nvSpPr>
      <dsp:spPr>
        <a:xfrm>
          <a:off x="816819" y="1308603"/>
          <a:ext cx="9257289" cy="1121660"/>
        </a:xfrm>
        <a:prstGeom prst="roundRect">
          <a:avLst>
            <a:gd name="adj" fmla="val 10000"/>
          </a:avLst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 dirty="0">
              <a:solidFill>
                <a:schemeClr val="tx1">
                  <a:lumMod val="95000"/>
                  <a:lumOff val="5000"/>
                </a:schemeClr>
              </a:solidFill>
            </a:rPr>
            <a:t>Which elements (points, badges, streaks) work best for micro-skills?</a:t>
          </a:r>
          <a:endParaRPr lang="en-US" sz="3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849671" y="1341455"/>
        <a:ext cx="7645686" cy="1055956"/>
      </dsp:txXfrm>
    </dsp:sp>
    <dsp:sp modelId="{8BAF32E7-6A3E-4F4C-A156-7B28F1D7188E}">
      <dsp:nvSpPr>
        <dsp:cNvPr id="0" name=""/>
        <dsp:cNvSpPr/>
      </dsp:nvSpPr>
      <dsp:spPr>
        <a:xfrm>
          <a:off x="1633639" y="2617207"/>
          <a:ext cx="9257289" cy="1121660"/>
        </a:xfrm>
        <a:prstGeom prst="roundRect">
          <a:avLst>
            <a:gd name="adj" fmla="val 10000"/>
          </a:avLst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 dirty="0"/>
            <a:t>How effective is modular microlearning for workplace readiness?</a:t>
          </a:r>
          <a:endParaRPr lang="en-US" sz="3000" kern="1200" dirty="0"/>
        </a:p>
      </dsp:txBody>
      <dsp:txXfrm>
        <a:off x="1666491" y="2650059"/>
        <a:ext cx="7645686" cy="1055956"/>
      </dsp:txXfrm>
    </dsp:sp>
    <dsp:sp modelId="{B1B2518B-C194-4D77-BDC6-200B19415E90}">
      <dsp:nvSpPr>
        <dsp:cNvPr id="0" name=""/>
        <dsp:cNvSpPr/>
      </dsp:nvSpPr>
      <dsp:spPr>
        <a:xfrm>
          <a:off x="8528210" y="850592"/>
          <a:ext cx="729079" cy="72907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692253" y="850592"/>
        <a:ext cx="400993" cy="548632"/>
      </dsp:txXfrm>
    </dsp:sp>
    <dsp:sp modelId="{B951E02D-A03C-4ADB-946A-45EB14BB993F}">
      <dsp:nvSpPr>
        <dsp:cNvPr id="0" name=""/>
        <dsp:cNvSpPr/>
      </dsp:nvSpPr>
      <dsp:spPr>
        <a:xfrm>
          <a:off x="9345030" y="2151718"/>
          <a:ext cx="729079" cy="72907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8267090"/>
            <a:satOff val="-58942"/>
            <a:lumOff val="-533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509073" y="2151718"/>
        <a:ext cx="400993" cy="5486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27401-16F5-4F70-B290-58792DA2EA2E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564E8A-EAE8-4750-A46F-6A3BD9BDE751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C6184-243F-45FD-A984-92EF88E9F435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Agile Scrum</a:t>
          </a:r>
          <a:r>
            <a:rPr lang="en-US" sz="2500" b="0" i="0" kern="1200" baseline="0"/>
            <a:t>: 2-week sprints</a:t>
          </a:r>
          <a:endParaRPr lang="en-US" sz="2500" kern="1200"/>
        </a:p>
      </dsp:txBody>
      <dsp:txXfrm>
        <a:off x="1686304" y="623"/>
        <a:ext cx="5530111" cy="1460003"/>
      </dsp:txXfrm>
    </dsp:sp>
    <dsp:sp modelId="{65F84AF6-F9A7-4BBA-970C-C709899367D9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9044B-E572-41F5-8CF0-7E84A7DB5BE1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43BAA1-EEBE-402D-B154-42703817ABCC}">
      <dsp:nvSpPr>
        <dsp:cNvPr id="0" name=""/>
        <dsp:cNvSpPr/>
      </dsp:nvSpPr>
      <dsp:spPr>
        <a:xfrm>
          <a:off x="1686304" y="1825628"/>
          <a:ext cx="3247387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Incremental build:</a:t>
          </a:r>
          <a:endParaRPr lang="en-US" sz="2500" kern="1200"/>
        </a:p>
      </dsp:txBody>
      <dsp:txXfrm>
        <a:off x="1686304" y="1825628"/>
        <a:ext cx="3247387" cy="1460003"/>
      </dsp:txXfrm>
    </dsp:sp>
    <dsp:sp modelId="{4A7F9E4D-9E40-4BCB-8B03-72D3AD74B654}">
      <dsp:nvSpPr>
        <dsp:cNvPr id="0" name=""/>
        <dsp:cNvSpPr/>
      </dsp:nvSpPr>
      <dsp:spPr>
        <a:xfrm>
          <a:off x="4933691" y="1825628"/>
          <a:ext cx="2282724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Authentication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Gamification Engine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Skill Modules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Animations &amp; Sound</a:t>
          </a:r>
          <a:endParaRPr lang="en-US" sz="1600" kern="1200"/>
        </a:p>
      </dsp:txBody>
      <dsp:txXfrm>
        <a:off x="4933691" y="1825628"/>
        <a:ext cx="2282724" cy="1460003"/>
      </dsp:txXfrm>
    </dsp:sp>
    <dsp:sp modelId="{D8811D51-D628-4BD6-9312-717A60B17D58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C8D7D-EDAB-47FE-B7CC-59DEECFDE266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B5FBB-EFD4-4390-A997-73336E06CBD4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Tools: React.js, Node.js, MongoDB, Figma, GitHub</a:t>
          </a:r>
          <a:endParaRPr lang="en-US" sz="2500" kern="1200"/>
        </a:p>
      </dsp:txBody>
      <dsp:txXfrm>
        <a:off x="1686304" y="3650632"/>
        <a:ext cx="5530111" cy="14600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F9689-B9DB-4DDC-AAE2-690849F75873}">
      <dsp:nvSpPr>
        <dsp:cNvPr id="0" name=""/>
        <dsp:cNvSpPr/>
      </dsp:nvSpPr>
      <dsp:spPr>
        <a:xfrm>
          <a:off x="1567789" y="1462"/>
          <a:ext cx="2991963" cy="17951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Timeline of project tasks &amp; milestones</a:t>
          </a:r>
          <a:endParaRPr lang="en-US" sz="3600" kern="1200"/>
        </a:p>
      </dsp:txBody>
      <dsp:txXfrm>
        <a:off x="1567789" y="1462"/>
        <a:ext cx="2991963" cy="1795178"/>
      </dsp:txXfrm>
    </dsp:sp>
    <dsp:sp modelId="{1E7BEB0E-4D0F-42D8-A2AB-A349303914C5}">
      <dsp:nvSpPr>
        <dsp:cNvPr id="0" name=""/>
        <dsp:cNvSpPr/>
      </dsp:nvSpPr>
      <dsp:spPr>
        <a:xfrm>
          <a:off x="1567789" y="2095837"/>
          <a:ext cx="2991963" cy="179517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baseline="0"/>
            <a:t>Structured development phases</a:t>
          </a:r>
          <a:endParaRPr lang="en-US" sz="3600" kern="1200"/>
        </a:p>
      </dsp:txBody>
      <dsp:txXfrm>
        <a:off x="1567789" y="2095837"/>
        <a:ext cx="2991963" cy="17951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46619-56AA-417C-9DE7-D6F85D7E9B23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AFC18-9046-4194-9F7D-AE8242BA1898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ED7F1-A955-4DE8-81B2-0DAAEE2DDAF7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Authentication &amp; User Management</a:t>
          </a:r>
          <a:endParaRPr lang="en-US" sz="2200" kern="1200"/>
        </a:p>
      </dsp:txBody>
      <dsp:txXfrm>
        <a:off x="1241811" y="2121"/>
        <a:ext cx="5974604" cy="1075161"/>
      </dsp:txXfrm>
    </dsp:sp>
    <dsp:sp modelId="{78E63098-9F92-4D1B-BBC2-601A4AF92CFA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D9889-7176-4897-84CF-54D7065D1645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9171E-1EF4-4624-A3F9-A31A2F397932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Gamification Engine (XP, levels, badges)</a:t>
          </a:r>
          <a:endParaRPr lang="en-US" sz="2200" kern="1200"/>
        </a:p>
      </dsp:txBody>
      <dsp:txXfrm>
        <a:off x="1241811" y="1346073"/>
        <a:ext cx="5974604" cy="1075161"/>
      </dsp:txXfrm>
    </dsp:sp>
    <dsp:sp modelId="{5CA84BA5-65CE-4D45-9358-476CB3DD1A04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7C775-DBC6-4A95-88B6-53E810DBE816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F1604-5207-4A24-822C-7FDCA1DC00A7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Learning Modules (SQL, Excel, Cybersecurity)</a:t>
          </a:r>
          <a:endParaRPr lang="en-US" sz="2200" kern="1200"/>
        </a:p>
      </dsp:txBody>
      <dsp:txXfrm>
        <a:off x="1241811" y="2690025"/>
        <a:ext cx="5974604" cy="1075161"/>
      </dsp:txXfrm>
    </dsp:sp>
    <dsp:sp modelId="{0538B0EE-8021-43BB-B009-FBBE71A7BC46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39744-5EFB-424A-818E-6CAE7FB30843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21A89-1ED5-4C32-A2F5-9CA516B6418D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UI/UX Layer with Animations</a:t>
          </a:r>
          <a:endParaRPr lang="en-US" sz="2200" kern="1200"/>
        </a:p>
      </dsp:txBody>
      <dsp:txXfrm>
        <a:off x="1241811" y="4033977"/>
        <a:ext cx="5974604" cy="10751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F97B7B-7380-4101-BBA1-D73CCD06F04F}">
      <dsp:nvSpPr>
        <dsp:cNvPr id="0" name=""/>
        <dsp:cNvSpPr/>
      </dsp:nvSpPr>
      <dsp:spPr>
        <a:xfrm>
          <a:off x="700214" y="226931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FC90A-938A-4616-A732-F24DA5C11B87}">
      <dsp:nvSpPr>
        <dsp:cNvPr id="0" name=""/>
        <dsp:cNvSpPr/>
      </dsp:nvSpPr>
      <dsp:spPr>
        <a:xfrm>
          <a:off x="1117027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45AAA-5633-4E0B-A09E-4A9ECDD0BBC9}">
      <dsp:nvSpPr>
        <dsp:cNvPr id="0" name=""/>
        <dsp:cNvSpPr/>
      </dsp:nvSpPr>
      <dsp:spPr>
        <a:xfrm>
          <a:off x="74995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1" i="0" kern="1200" baseline="0"/>
            <a:t>Boosted Engagement</a:t>
          </a:r>
          <a:r>
            <a:rPr lang="en-US" sz="2300" b="0" i="0" kern="1200" baseline="0"/>
            <a:t> (XP, badges, streaks)</a:t>
          </a:r>
          <a:endParaRPr lang="en-US" sz="2300" kern="1200"/>
        </a:p>
      </dsp:txBody>
      <dsp:txXfrm>
        <a:off x="74995" y="2791931"/>
        <a:ext cx="3206250" cy="720000"/>
      </dsp:txXfrm>
    </dsp:sp>
    <dsp:sp modelId="{2C60EE4A-F763-4738-8F6B-CC73CC2ACEAE}">
      <dsp:nvSpPr>
        <dsp:cNvPr id="0" name=""/>
        <dsp:cNvSpPr/>
      </dsp:nvSpPr>
      <dsp:spPr>
        <a:xfrm>
          <a:off x="4467558" y="226931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167AE-A3E5-4936-B6AA-12F80DB29C83}">
      <dsp:nvSpPr>
        <dsp:cNvPr id="0" name=""/>
        <dsp:cNvSpPr/>
      </dsp:nvSpPr>
      <dsp:spPr>
        <a:xfrm>
          <a:off x="4884370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23F5C-BEA7-45D2-8564-D05816912858}">
      <dsp:nvSpPr>
        <dsp:cNvPr id="0" name=""/>
        <dsp:cNvSpPr/>
      </dsp:nvSpPr>
      <dsp:spPr>
        <a:xfrm>
          <a:off x="3842339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1" i="0" kern="1200" baseline="0"/>
            <a:t>Better Retention</a:t>
          </a:r>
          <a:r>
            <a:rPr lang="en-US" sz="2300" b="0" i="0" kern="1200" baseline="0"/>
            <a:t> via micro-challenges</a:t>
          </a:r>
          <a:endParaRPr lang="en-US" sz="2300" kern="1200"/>
        </a:p>
      </dsp:txBody>
      <dsp:txXfrm>
        <a:off x="3842339" y="2791931"/>
        <a:ext cx="3206250" cy="720000"/>
      </dsp:txXfrm>
    </dsp:sp>
    <dsp:sp modelId="{82717E68-9410-4210-A14E-2F864EF34091}">
      <dsp:nvSpPr>
        <dsp:cNvPr id="0" name=""/>
        <dsp:cNvSpPr/>
      </dsp:nvSpPr>
      <dsp:spPr>
        <a:xfrm>
          <a:off x="8234902" y="226931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F96F6-BB80-4B55-98B2-E5F41C1D4C3D}">
      <dsp:nvSpPr>
        <dsp:cNvPr id="0" name=""/>
        <dsp:cNvSpPr/>
      </dsp:nvSpPr>
      <dsp:spPr>
        <a:xfrm>
          <a:off x="8651714" y="643743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2C05C-BBA8-454B-A75C-D4F432F33136}">
      <dsp:nvSpPr>
        <dsp:cNvPr id="0" name=""/>
        <dsp:cNvSpPr/>
      </dsp:nvSpPr>
      <dsp:spPr>
        <a:xfrm>
          <a:off x="7609683" y="2791931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1" i="0" kern="1200" baseline="0"/>
            <a:t>Functional Prototype</a:t>
          </a:r>
          <a:endParaRPr lang="en-US" sz="2300" kern="1200"/>
        </a:p>
      </dsp:txBody>
      <dsp:txXfrm>
        <a:off x="7609683" y="2791931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0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9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84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32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6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6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9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6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3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2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85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88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7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erson writing on a notepad">
            <a:extLst>
              <a:ext uri="{FF2B5EF4-FFF2-40B4-BE49-F238E27FC236}">
                <a16:creationId xmlns:a16="http://schemas.microsoft.com/office/drawing/2014/main" id="{3E2FBB6B-05B9-8444-781A-D1534981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73" b="1324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F3E3A-D32C-CC83-132C-B6EACADB0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Gamified microlearning app for technical skills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49188-34D7-3909-A08E-DEE651929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 fontScale="92500" lnSpcReduction="10000"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by Rojin Singh Mahat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Student id: 2417733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721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FAA96-B95E-E909-DFD6-01F70F55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Problems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E77FE176-52E1-EACA-9E35-6C20111AC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71213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942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A7383-4DAB-A1C4-E60B-619EB0E4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4263516" cy="1155561"/>
          </a:xfrm>
        </p:spPr>
        <p:txBody>
          <a:bodyPr anchor="t">
            <a:normAutofit/>
          </a:bodyPr>
          <a:lstStyle/>
          <a:p>
            <a:r>
              <a:rPr lang="en-US" sz="3600" dirty="0"/>
              <a:t>Solution/Objectives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9A13C11-5BBC-83B3-B199-FF079EAFD4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248936"/>
              </p:ext>
            </p:extLst>
          </p:nvPr>
        </p:nvGraphicFramePr>
        <p:xfrm>
          <a:off x="858835" y="1842345"/>
          <a:ext cx="10847495" cy="4101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105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19F7B-96DD-1AE0-7B90-D0A77DA7D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/>
              <a:t>Academic Questions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134ED36-08CA-EF14-5B44-A0CA35CC70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267411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420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573FB-B808-A439-6415-A1F753D4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Methodology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DB4522-7188-E31B-B931-C877B6540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10433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491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0EFCF-D843-CC01-0A16-FC79533F5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127542" cy="1097280"/>
          </a:xfrm>
        </p:spPr>
        <p:txBody>
          <a:bodyPr anchor="b">
            <a:normAutofit/>
          </a:bodyPr>
          <a:lstStyle/>
          <a:p>
            <a:r>
              <a:rPr lang="en-US" dirty="0"/>
              <a:t>Gantt chart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7FC0638-DC8A-A09A-98BB-B1CF491ED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57" y="914400"/>
            <a:ext cx="2314529" cy="2484829"/>
          </a:xfrm>
          <a:prstGeom prst="rect">
            <a:avLst/>
          </a:prstGeom>
        </p:spPr>
      </p:pic>
      <p:pic>
        <p:nvPicPr>
          <p:cNvPr id="4" name="Picture 3" descr="A graph with green lines&#10;&#10;AI-generated content may be incorrect.">
            <a:extLst>
              <a:ext uri="{FF2B5EF4-FFF2-40B4-BE49-F238E27FC236}">
                <a16:creationId xmlns:a16="http://schemas.microsoft.com/office/drawing/2014/main" id="{B2F79621-F2C4-BB80-0C45-176F1938E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959" y="3589922"/>
            <a:ext cx="3950828" cy="205443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7F0166-5104-70BA-EFEB-5271B630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D7833F7C-7C2C-6D30-B91D-44A88C292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436394"/>
              </p:ext>
            </p:extLst>
          </p:nvPr>
        </p:nvGraphicFramePr>
        <p:xfrm>
          <a:off x="640080" y="2182273"/>
          <a:ext cx="6127542" cy="3892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1462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D495D-7990-2037-219D-258510E1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Artifacts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0B165D3-E64B-9AEF-A13F-35CA99926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96190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892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C335D5-9891-B370-4FA3-2235FB52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Expected outcomes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DDA993B-14B6-81D3-C199-2385F1C90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488403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82917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209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Gamified microlearning app for technical skills</vt:lpstr>
      <vt:lpstr>Problems</vt:lpstr>
      <vt:lpstr>Solution/Objectives</vt:lpstr>
      <vt:lpstr>Academic Questions</vt:lpstr>
      <vt:lpstr>Methodology</vt:lpstr>
      <vt:lpstr>Gantt chart</vt:lpstr>
      <vt:lpstr>Artifacts</vt:lpstr>
      <vt:lpstr>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rojin mahat</dc:creator>
  <cp:lastModifiedBy>rojin mahat</cp:lastModifiedBy>
  <cp:revision>2</cp:revision>
  <dcterms:created xsi:type="dcterms:W3CDTF">2025-09-06T09:19:13Z</dcterms:created>
  <dcterms:modified xsi:type="dcterms:W3CDTF">2025-09-14T06:29:30Z</dcterms:modified>
</cp:coreProperties>
</file>